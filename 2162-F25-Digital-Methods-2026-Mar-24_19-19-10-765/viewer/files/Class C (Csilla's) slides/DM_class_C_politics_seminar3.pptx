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8" r:id="rId1"/>
  </p:sldMasterIdLst>
  <p:notesMasterIdLst>
    <p:notesMasterId r:id="rId9"/>
  </p:notesMasterIdLst>
  <p:handoutMasterIdLst>
    <p:handoutMasterId r:id="rId10"/>
  </p:handoutMasterIdLst>
  <p:sldIdLst>
    <p:sldId id="534" r:id="rId2"/>
    <p:sldId id="270" r:id="rId3"/>
    <p:sldId id="552" r:id="rId4"/>
    <p:sldId id="509" r:id="rId5"/>
    <p:sldId id="498" r:id="rId6"/>
    <p:sldId id="499" r:id="rId7"/>
    <p:sldId id="531" r:id="rId8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36">
          <p15:clr>
            <a:srgbClr val="A4A3A4"/>
          </p15:clr>
        </p15:guide>
        <p15:guide id="2" orient="horz" pos="39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haela Capriean" initials="MC" lastIdx="1" clrIdx="0">
    <p:extLst>
      <p:ext uri="{19B8F6BF-5375-455C-9EA6-DF929625EA0E}">
        <p15:presenceInfo xmlns:p15="http://schemas.microsoft.com/office/powerpoint/2012/main" userId="Mihaela Caprie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C8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62" autoAdjust="0"/>
    <p:restoredTop sz="95901" autoAdjust="0"/>
  </p:normalViewPr>
  <p:slideViewPr>
    <p:cSldViewPr snapToGrid="0" showGuides="1">
      <p:cViewPr>
        <p:scale>
          <a:sx n="66" d="100"/>
          <a:sy n="66" d="100"/>
        </p:scale>
        <p:origin x="1258" y="413"/>
      </p:cViewPr>
      <p:guideLst>
        <p:guide orient="horz" pos="936"/>
        <p:guide orient="horz" pos="39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78" d="100"/>
          <a:sy n="78" d="100"/>
        </p:scale>
        <p:origin x="395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15E62C-F80A-4387-A061-5B188D2A6F9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dgm:pt modelId="{2827EEA7-DDD0-4BBF-A1E7-8D7460277D16}">
      <dgm:prSet phldrT="[Text]" custT="1"/>
      <dgm:spPr>
        <a:ln>
          <a:solidFill>
            <a:schemeClr val="tx2"/>
          </a:solidFill>
        </a:ln>
      </dgm:spPr>
      <dgm:t>
        <a:bodyPr/>
        <a:lstStyle/>
        <a:p>
          <a:r>
            <a:rPr lang="da-DK" sz="1800" dirty="0"/>
            <a:t>2. Evaluate data traces </a:t>
          </a:r>
        </a:p>
      </dgm:t>
    </dgm:pt>
    <dgm:pt modelId="{0D71027C-A522-4CA1-B8D5-96F7D9ED209B}" type="parTrans" cxnId="{57099427-89A8-4B8C-91C0-7AD4A3F15BEB}">
      <dgm:prSet/>
      <dgm:spPr/>
      <dgm:t>
        <a:bodyPr/>
        <a:lstStyle/>
        <a:p>
          <a:endParaRPr lang="da-DK"/>
        </a:p>
      </dgm:t>
    </dgm:pt>
    <dgm:pt modelId="{A70009A1-2A76-47C8-9799-4B60B2F1DFAB}" type="sibTrans" cxnId="{57099427-89A8-4B8C-91C0-7AD4A3F15BEB}">
      <dgm:prSet/>
      <dgm:spPr/>
      <dgm:t>
        <a:bodyPr/>
        <a:lstStyle/>
        <a:p>
          <a:endParaRPr lang="da-DK"/>
        </a:p>
      </dgm:t>
    </dgm:pt>
    <dgm:pt modelId="{D0273D35-43B4-41FA-B163-DB74A6AE9865}">
      <dgm:prSet custT="1"/>
      <dgm:spPr>
        <a:ln>
          <a:solidFill>
            <a:schemeClr val="tx1">
              <a:lumMod val="50000"/>
              <a:lumOff val="50000"/>
            </a:schemeClr>
          </a:solidFill>
        </a:ln>
      </dgm:spPr>
      <dgm:t>
        <a:bodyPr/>
        <a:lstStyle/>
        <a:p>
          <a:r>
            <a:rPr lang="en-AU" sz="1800" dirty="0"/>
            <a:t>1. Evaluate data site </a:t>
          </a:r>
        </a:p>
      </dgm:t>
    </dgm:pt>
    <dgm:pt modelId="{B11A272C-92A0-4C0F-B761-3C07C895D31B}" type="sibTrans" cxnId="{84358673-1D6D-4A79-9360-0A0B6C229843}">
      <dgm:prSet/>
      <dgm:spPr/>
      <dgm:t>
        <a:bodyPr/>
        <a:lstStyle/>
        <a:p>
          <a:endParaRPr lang="en-AU"/>
        </a:p>
      </dgm:t>
    </dgm:pt>
    <dgm:pt modelId="{180AF85D-3E1A-41B1-99D4-7907C007BD86}" type="parTrans" cxnId="{84358673-1D6D-4A79-9360-0A0B6C229843}">
      <dgm:prSet/>
      <dgm:spPr/>
      <dgm:t>
        <a:bodyPr/>
        <a:lstStyle/>
        <a:p>
          <a:endParaRPr lang="en-AU"/>
        </a:p>
      </dgm:t>
    </dgm:pt>
    <dgm:pt modelId="{A2D97E9B-4877-4630-9DD3-1A439B6BFBFA}">
      <dgm:prSet custT="1"/>
      <dgm:spPr>
        <a:solidFill>
          <a:schemeClr val="accent2">
            <a:lumMod val="20000"/>
            <a:lumOff val="80000"/>
            <a:alpha val="90000"/>
          </a:schemeClr>
        </a:solidFill>
        <a:ln>
          <a:solidFill>
            <a:schemeClr val="tx2"/>
          </a:solidFill>
        </a:ln>
      </dgm:spPr>
      <dgm:t>
        <a:bodyPr/>
        <a:lstStyle/>
        <a:p>
          <a:r>
            <a:rPr lang="en-AU" sz="1400" dirty="0"/>
            <a:t>First, evaluate the current data sites you are considering, using </a:t>
          </a:r>
          <a:r>
            <a:rPr lang="en-AU" sz="1400" dirty="0" err="1"/>
            <a:t>Kozinets’s</a:t>
          </a:r>
          <a:r>
            <a:rPr lang="en-AU" sz="1400" dirty="0"/>
            <a:t> </a:t>
          </a:r>
          <a:r>
            <a:rPr lang="en-AU" sz="1400" dirty="0" err="1"/>
            <a:t>criterias</a:t>
          </a:r>
          <a:r>
            <a:rPr lang="en-AU" sz="1400" dirty="0"/>
            <a:t>: </a:t>
          </a:r>
          <a:r>
            <a:rPr lang="en-AU" sz="1400" b="1" dirty="0"/>
            <a:t>relevance, activity, interactivity, diversity, and richness</a:t>
          </a:r>
          <a:r>
            <a:rPr lang="en-AU" sz="1400" dirty="0"/>
            <a:t>. </a:t>
          </a:r>
        </a:p>
      </dgm:t>
    </dgm:pt>
    <dgm:pt modelId="{64820B43-9EB6-43E1-AA72-5A10FC6A6260}" type="parTrans" cxnId="{E83C272F-EC9A-48F5-978B-6E17877BEDB5}">
      <dgm:prSet/>
      <dgm:spPr/>
      <dgm:t>
        <a:bodyPr/>
        <a:lstStyle/>
        <a:p>
          <a:endParaRPr lang="en-AU"/>
        </a:p>
      </dgm:t>
    </dgm:pt>
    <dgm:pt modelId="{AC09A33D-E190-4085-87BF-E3588E01F5FE}" type="sibTrans" cxnId="{E83C272F-EC9A-48F5-978B-6E17877BEDB5}">
      <dgm:prSet/>
      <dgm:spPr/>
      <dgm:t>
        <a:bodyPr/>
        <a:lstStyle/>
        <a:p>
          <a:endParaRPr lang="en-AU"/>
        </a:p>
      </dgm:t>
    </dgm:pt>
    <dgm:pt modelId="{E9F8E470-0F95-483A-BBFB-8402088A7304}">
      <dgm:prSet phldrT="[Text]" custT="1"/>
      <dgm:spPr>
        <a:ln>
          <a:solidFill>
            <a:schemeClr val="tx1">
              <a:lumMod val="50000"/>
              <a:lumOff val="50000"/>
            </a:schemeClr>
          </a:solidFill>
        </a:ln>
      </dgm:spPr>
      <dgm:t>
        <a:bodyPr/>
        <a:lstStyle/>
        <a:p>
          <a:r>
            <a:rPr lang="da-DK" sz="1800" dirty="0"/>
            <a:t>3. Describe the data generation process </a:t>
          </a:r>
        </a:p>
      </dgm:t>
    </dgm:pt>
    <dgm:pt modelId="{0D2F06AB-B1C9-4344-B0CB-372FC43CFFFC}" type="parTrans" cxnId="{97D56EBB-7173-4B55-A4B3-AEBBD64EBA94}">
      <dgm:prSet/>
      <dgm:spPr/>
      <dgm:t>
        <a:bodyPr/>
        <a:lstStyle/>
        <a:p>
          <a:endParaRPr lang="en-US"/>
        </a:p>
      </dgm:t>
    </dgm:pt>
    <dgm:pt modelId="{07EDBF24-B847-494F-A492-24690235EC4B}" type="sibTrans" cxnId="{97D56EBB-7173-4B55-A4B3-AEBBD64EBA94}">
      <dgm:prSet/>
      <dgm:spPr/>
      <dgm:t>
        <a:bodyPr/>
        <a:lstStyle/>
        <a:p>
          <a:endParaRPr lang="en-US"/>
        </a:p>
      </dgm:t>
    </dgm:pt>
    <dgm:pt modelId="{1DDBBC2D-78D6-4BFD-88B4-F716317A7D4C}">
      <dgm:prSet phldrT="[Text]" custT="1"/>
      <dgm:spPr>
        <a:ln>
          <a:solidFill>
            <a:schemeClr val="tx2"/>
          </a:solidFill>
        </a:ln>
      </dgm:spPr>
      <dgm:t>
        <a:bodyPr/>
        <a:lstStyle/>
        <a:p>
          <a:r>
            <a:rPr lang="da-DK" sz="1800" dirty="0"/>
            <a:t>4. Data site selection</a:t>
          </a:r>
        </a:p>
      </dgm:t>
    </dgm:pt>
    <dgm:pt modelId="{D2B20283-700A-48DD-AF2A-70BC33401CD1}" type="parTrans" cxnId="{E9D4FF00-8893-4401-B5C2-540C8E344CD5}">
      <dgm:prSet/>
      <dgm:spPr/>
      <dgm:t>
        <a:bodyPr/>
        <a:lstStyle/>
        <a:p>
          <a:endParaRPr lang="en-US"/>
        </a:p>
      </dgm:t>
    </dgm:pt>
    <dgm:pt modelId="{2F6B7F9C-D637-4273-AB6D-7DED4400A612}" type="sibTrans" cxnId="{E9D4FF00-8893-4401-B5C2-540C8E344CD5}">
      <dgm:prSet/>
      <dgm:spPr/>
      <dgm:t>
        <a:bodyPr/>
        <a:lstStyle/>
        <a:p>
          <a:endParaRPr lang="en-US"/>
        </a:p>
      </dgm:t>
    </dgm:pt>
    <dgm:pt modelId="{B0471CC2-D594-456A-95F1-16E19FF6E490}">
      <dgm:prSet phldrT="[Text]" custT="1"/>
      <dgm:spPr>
        <a:ln>
          <a:solidFill>
            <a:schemeClr val="tx2"/>
          </a:solidFill>
        </a:ln>
      </dgm:spPr>
      <dgm:t>
        <a:bodyPr/>
        <a:lstStyle/>
        <a:p>
          <a:r>
            <a:rPr lang="da-DK" sz="1800" dirty="0"/>
            <a:t>5. Revisit your RQ</a:t>
          </a:r>
        </a:p>
      </dgm:t>
    </dgm:pt>
    <dgm:pt modelId="{7A41EBE0-E4B8-49BE-9B12-B89F7A3EA0AF}" type="parTrans" cxnId="{3A404FF3-353F-4A17-80CB-034496822388}">
      <dgm:prSet/>
      <dgm:spPr/>
      <dgm:t>
        <a:bodyPr/>
        <a:lstStyle/>
        <a:p>
          <a:endParaRPr lang="en-US"/>
        </a:p>
      </dgm:t>
    </dgm:pt>
    <dgm:pt modelId="{0AFE1E90-21AB-42B9-B7F0-CF2327411697}" type="sibTrans" cxnId="{3A404FF3-353F-4A17-80CB-034496822388}">
      <dgm:prSet/>
      <dgm:spPr/>
      <dgm:t>
        <a:bodyPr/>
        <a:lstStyle/>
        <a:p>
          <a:endParaRPr lang="en-US"/>
        </a:p>
      </dgm:t>
    </dgm:pt>
    <dgm:pt modelId="{F1CCEE84-81C5-49AF-A22D-0DD8E04F98F1}">
      <dgm:prSet phldrT="[Text]" custT="1"/>
      <dgm:spPr>
        <a:ln>
          <a:solidFill>
            <a:schemeClr val="tx2"/>
          </a:solidFill>
        </a:ln>
      </dgm:spPr>
      <dgm:t>
        <a:bodyPr/>
        <a:lstStyle/>
        <a:p>
          <a:r>
            <a:rPr lang="da-DK" sz="1800" dirty="0"/>
            <a:t>6. Work on your milestone </a:t>
          </a:r>
        </a:p>
      </dgm:t>
    </dgm:pt>
    <dgm:pt modelId="{55A3C0DC-998E-48D1-A8E3-52E127F62C4E}" type="parTrans" cxnId="{09171825-F134-43BE-9D27-508EC38D5C24}">
      <dgm:prSet/>
      <dgm:spPr/>
      <dgm:t>
        <a:bodyPr/>
        <a:lstStyle/>
        <a:p>
          <a:endParaRPr lang="en-US"/>
        </a:p>
      </dgm:t>
    </dgm:pt>
    <dgm:pt modelId="{95CDEF7E-458C-49E7-A25D-CA51B2A54CA4}" type="sibTrans" cxnId="{09171825-F134-43BE-9D27-508EC38D5C24}">
      <dgm:prSet/>
      <dgm:spPr/>
      <dgm:t>
        <a:bodyPr/>
        <a:lstStyle/>
        <a:p>
          <a:endParaRPr lang="en-US"/>
        </a:p>
      </dgm:t>
    </dgm:pt>
    <dgm:pt modelId="{3DE12360-E1A0-4C68-8683-33030C307F25}">
      <dgm:prSet phldrT="[Text]" custT="1"/>
      <dgm:spPr>
        <a:solidFill>
          <a:schemeClr val="accent2">
            <a:lumMod val="20000"/>
            <a:lumOff val="80000"/>
            <a:alpha val="90000"/>
          </a:schemeClr>
        </a:solidFill>
        <a:ln>
          <a:solidFill>
            <a:schemeClr val="tx2"/>
          </a:solidFill>
        </a:ln>
      </dgm:spPr>
      <dgm:t>
        <a:bodyPr/>
        <a:lstStyle/>
        <a:p>
          <a:r>
            <a:rPr lang="da-DK" sz="1400" dirty="0"/>
            <a:t>Evaluate the </a:t>
          </a:r>
          <a:r>
            <a:rPr lang="da-DK" sz="1400" b="1" dirty="0"/>
            <a:t>quality</a:t>
          </a:r>
          <a:r>
            <a:rPr lang="da-DK" sz="1400" dirty="0"/>
            <a:t> of each central data trace on your data site – evaluate each of these both in relation to its </a:t>
          </a:r>
          <a:r>
            <a:rPr lang="da-DK" sz="1400" b="1" dirty="0"/>
            <a:t>type</a:t>
          </a:r>
          <a:r>
            <a:rPr lang="da-DK" sz="1400" dirty="0"/>
            <a:t> (i.e., textual, numerical, visual, etc.) and in relation to your </a:t>
          </a:r>
          <a:r>
            <a:rPr lang="da-DK" sz="1400" b="1" dirty="0"/>
            <a:t>RQ</a:t>
          </a:r>
          <a:r>
            <a:rPr lang="da-DK" sz="1400" dirty="0"/>
            <a:t>. </a:t>
          </a:r>
        </a:p>
      </dgm:t>
    </dgm:pt>
    <dgm:pt modelId="{DE936058-4AF2-4F31-8BB5-E7C23A86546F}" type="parTrans" cxnId="{42EEC9C4-286D-452E-8121-BCA36C2DABA2}">
      <dgm:prSet/>
      <dgm:spPr/>
      <dgm:t>
        <a:bodyPr/>
        <a:lstStyle/>
        <a:p>
          <a:endParaRPr lang="en-US"/>
        </a:p>
      </dgm:t>
    </dgm:pt>
    <dgm:pt modelId="{7AC576DE-8832-4231-BDAF-F0B7B48A2DD9}" type="sibTrans" cxnId="{42EEC9C4-286D-452E-8121-BCA36C2DABA2}">
      <dgm:prSet/>
      <dgm:spPr/>
      <dgm:t>
        <a:bodyPr/>
        <a:lstStyle/>
        <a:p>
          <a:endParaRPr lang="en-US"/>
        </a:p>
      </dgm:t>
    </dgm:pt>
    <dgm:pt modelId="{10671988-1529-4A62-9617-44751084C0BB}">
      <dgm:prSet phldrT="[Text]" custT="1"/>
      <dgm:spPr>
        <a:solidFill>
          <a:schemeClr val="accent2">
            <a:lumMod val="20000"/>
            <a:lumOff val="80000"/>
            <a:alpha val="90000"/>
          </a:schemeClr>
        </a:solidFill>
        <a:ln>
          <a:solidFill>
            <a:schemeClr val="tx2"/>
          </a:solidFill>
        </a:ln>
      </dgm:spPr>
      <dgm:t>
        <a:bodyPr/>
        <a:lstStyle/>
        <a:p>
          <a:r>
            <a:rPr lang="en-US" sz="1400" dirty="0"/>
            <a:t>Describe how your data site </a:t>
          </a:r>
          <a:r>
            <a:rPr lang="en-US" sz="1400" b="1" dirty="0"/>
            <a:t>works</a:t>
          </a:r>
          <a:r>
            <a:rPr lang="en-US" sz="1400" dirty="0"/>
            <a:t>. How do you produce content? How do you consume content? How do you interact? How does one become a member?</a:t>
          </a:r>
          <a:endParaRPr lang="da-DK" sz="1400" dirty="0"/>
        </a:p>
      </dgm:t>
    </dgm:pt>
    <dgm:pt modelId="{AA787407-1BBB-4C39-9EDD-BDDF3220FF6F}" type="parTrans" cxnId="{BD320776-E105-4FD7-9F18-4B3566FC443D}">
      <dgm:prSet/>
      <dgm:spPr/>
      <dgm:t>
        <a:bodyPr/>
        <a:lstStyle/>
        <a:p>
          <a:endParaRPr lang="en-US"/>
        </a:p>
      </dgm:t>
    </dgm:pt>
    <dgm:pt modelId="{87DE4AA1-7350-453D-8937-C7EE84166CC6}" type="sibTrans" cxnId="{BD320776-E105-4FD7-9F18-4B3566FC443D}">
      <dgm:prSet/>
      <dgm:spPr/>
      <dgm:t>
        <a:bodyPr/>
        <a:lstStyle/>
        <a:p>
          <a:endParaRPr lang="en-US"/>
        </a:p>
      </dgm:t>
    </dgm:pt>
    <dgm:pt modelId="{ECCD5F71-3C8F-45DF-B415-E1D9F4B28E91}">
      <dgm:prSet custT="1"/>
      <dgm:spPr>
        <a:solidFill>
          <a:schemeClr val="accent2">
            <a:lumMod val="20000"/>
            <a:lumOff val="80000"/>
            <a:alpha val="90000"/>
          </a:schemeClr>
        </a:solidFill>
        <a:ln>
          <a:solidFill>
            <a:schemeClr val="tx2"/>
          </a:solidFill>
        </a:ln>
      </dgm:spPr>
      <dgm:t>
        <a:bodyPr/>
        <a:lstStyle/>
        <a:p>
          <a:r>
            <a:rPr lang="en-US" sz="1400" dirty="0"/>
            <a:t>Describe </a:t>
          </a:r>
          <a:r>
            <a:rPr lang="en-US" sz="1400" b="1" dirty="0"/>
            <a:t>who</a:t>
          </a:r>
          <a:r>
            <a:rPr lang="en-US" sz="1400" dirty="0"/>
            <a:t> is on your data site. Who is active? Who can become active? Who controls the forum? Who owns your data site?</a:t>
          </a:r>
        </a:p>
      </dgm:t>
    </dgm:pt>
    <dgm:pt modelId="{5F5EFEC8-0D0B-4CBE-8EC6-7A474840B822}" type="parTrans" cxnId="{7E0E3041-9A17-4F80-8184-0C578FD87C24}">
      <dgm:prSet/>
      <dgm:spPr/>
      <dgm:t>
        <a:bodyPr/>
        <a:lstStyle/>
        <a:p>
          <a:endParaRPr lang="en-US"/>
        </a:p>
      </dgm:t>
    </dgm:pt>
    <dgm:pt modelId="{97E328F6-2608-477B-9D1C-50235BDB779B}" type="sibTrans" cxnId="{7E0E3041-9A17-4F80-8184-0C578FD87C24}">
      <dgm:prSet/>
      <dgm:spPr/>
      <dgm:t>
        <a:bodyPr/>
        <a:lstStyle/>
        <a:p>
          <a:endParaRPr lang="en-US"/>
        </a:p>
      </dgm:t>
    </dgm:pt>
    <dgm:pt modelId="{3317BACB-3563-4049-B980-66B42267A868}">
      <dgm:prSet phldrT="[Text]" custT="1"/>
      <dgm:spPr>
        <a:solidFill>
          <a:schemeClr val="accent2">
            <a:lumMod val="20000"/>
            <a:lumOff val="80000"/>
            <a:alpha val="90000"/>
          </a:schemeClr>
        </a:solidFill>
        <a:ln>
          <a:solidFill>
            <a:schemeClr val="tx2"/>
          </a:solidFill>
        </a:ln>
      </dgm:spPr>
      <dgm:t>
        <a:bodyPr/>
        <a:lstStyle/>
        <a:p>
          <a:r>
            <a:rPr lang="da-DK" sz="1400" dirty="0"/>
            <a:t>Based on the steps above, </a:t>
          </a:r>
          <a:r>
            <a:rPr lang="da-DK" sz="1400" b="1" dirty="0"/>
            <a:t>choose</a:t>
          </a:r>
          <a:r>
            <a:rPr lang="da-DK" sz="1400" dirty="0"/>
            <a:t> your primary and secondary (if any) data sites. </a:t>
          </a:r>
        </a:p>
      </dgm:t>
    </dgm:pt>
    <dgm:pt modelId="{22A7D355-9298-4308-BE5F-1501C051BF24}" type="parTrans" cxnId="{8FEEBF5E-E7CF-4FE8-AAF6-0318A085B7F0}">
      <dgm:prSet/>
      <dgm:spPr/>
      <dgm:t>
        <a:bodyPr/>
        <a:lstStyle/>
        <a:p>
          <a:endParaRPr lang="en-US"/>
        </a:p>
      </dgm:t>
    </dgm:pt>
    <dgm:pt modelId="{61AEC1DA-4BA6-4DE5-BB79-00AADCAF8EBD}" type="sibTrans" cxnId="{8FEEBF5E-E7CF-4FE8-AAF6-0318A085B7F0}">
      <dgm:prSet/>
      <dgm:spPr/>
      <dgm:t>
        <a:bodyPr/>
        <a:lstStyle/>
        <a:p>
          <a:endParaRPr lang="en-US"/>
        </a:p>
      </dgm:t>
    </dgm:pt>
    <dgm:pt modelId="{79CCCC5F-071C-4DEB-BE1B-91D59E574BBB}">
      <dgm:prSet phldrT="[Text]" custT="1"/>
      <dgm:spPr>
        <a:solidFill>
          <a:schemeClr val="accent2">
            <a:lumMod val="20000"/>
            <a:lumOff val="80000"/>
            <a:alpha val="90000"/>
          </a:schemeClr>
        </a:solidFill>
        <a:ln>
          <a:solidFill>
            <a:schemeClr val="tx2"/>
          </a:solidFill>
        </a:ln>
      </dgm:spPr>
      <dgm:t>
        <a:bodyPr/>
        <a:lstStyle/>
        <a:p>
          <a:r>
            <a:rPr lang="da-DK" sz="1400" dirty="0"/>
            <a:t>Based on your work above, revisit your RQ. Are there any </a:t>
          </a:r>
          <a:r>
            <a:rPr lang="da-DK" sz="1400" b="1" dirty="0"/>
            <a:t>adjustments</a:t>
          </a:r>
          <a:r>
            <a:rPr lang="da-DK" sz="1400" dirty="0"/>
            <a:t> you need to make, different theoretical lenses to consider?</a:t>
          </a:r>
        </a:p>
      </dgm:t>
    </dgm:pt>
    <dgm:pt modelId="{599317D5-B1C8-466C-9227-9F42D33C253E}" type="parTrans" cxnId="{AF5F8F56-71F5-420D-BEB4-C14A855CA503}">
      <dgm:prSet/>
      <dgm:spPr/>
      <dgm:t>
        <a:bodyPr/>
        <a:lstStyle/>
        <a:p>
          <a:endParaRPr lang="en-US"/>
        </a:p>
      </dgm:t>
    </dgm:pt>
    <dgm:pt modelId="{8741F512-043A-461B-B7F4-64B5B61865AF}" type="sibTrans" cxnId="{AF5F8F56-71F5-420D-BEB4-C14A855CA503}">
      <dgm:prSet/>
      <dgm:spPr/>
      <dgm:t>
        <a:bodyPr/>
        <a:lstStyle/>
        <a:p>
          <a:endParaRPr lang="en-US"/>
        </a:p>
      </dgm:t>
    </dgm:pt>
    <dgm:pt modelId="{E311ECD2-BE21-4736-BE0E-7ED4EE5ADDC7}" type="pres">
      <dgm:prSet presAssocID="{0215E62C-F80A-4387-A061-5B188D2A6F9D}" presName="linear" presStyleCnt="0">
        <dgm:presLayoutVars>
          <dgm:dir/>
          <dgm:animLvl val="lvl"/>
          <dgm:resizeHandles val="exact"/>
        </dgm:presLayoutVars>
      </dgm:prSet>
      <dgm:spPr/>
    </dgm:pt>
    <dgm:pt modelId="{1E72ACFC-65DB-42C2-AC4C-B707004C242C}" type="pres">
      <dgm:prSet presAssocID="{D0273D35-43B4-41FA-B163-DB74A6AE9865}" presName="parentLin" presStyleCnt="0"/>
      <dgm:spPr/>
    </dgm:pt>
    <dgm:pt modelId="{708A1E31-CD30-4652-9769-27D427C3D27B}" type="pres">
      <dgm:prSet presAssocID="{D0273D35-43B4-41FA-B163-DB74A6AE9865}" presName="parentLeftMargin" presStyleLbl="node1" presStyleIdx="0" presStyleCnt="6"/>
      <dgm:spPr/>
    </dgm:pt>
    <dgm:pt modelId="{38856AFF-2462-473A-A2AC-596817ACE2CF}" type="pres">
      <dgm:prSet presAssocID="{D0273D35-43B4-41FA-B163-DB74A6AE9865}" presName="parentText" presStyleLbl="node1" presStyleIdx="0" presStyleCnt="6" custScaleX="36203" custScaleY="122276" custLinFactNeighborX="-1909" custLinFactNeighborY="4963">
        <dgm:presLayoutVars>
          <dgm:chMax val="0"/>
          <dgm:bulletEnabled val="1"/>
        </dgm:presLayoutVars>
      </dgm:prSet>
      <dgm:spPr/>
    </dgm:pt>
    <dgm:pt modelId="{3A897C82-B602-403C-A146-D65E5822736A}" type="pres">
      <dgm:prSet presAssocID="{D0273D35-43B4-41FA-B163-DB74A6AE9865}" presName="negativeSpace" presStyleCnt="0"/>
      <dgm:spPr/>
    </dgm:pt>
    <dgm:pt modelId="{C3111BFD-14B8-46A0-8809-7EDEC7412280}" type="pres">
      <dgm:prSet presAssocID="{D0273D35-43B4-41FA-B163-DB74A6AE9865}" presName="childText" presStyleLbl="conFgAcc1" presStyleIdx="0" presStyleCnt="6" custLinFactNeighborX="0">
        <dgm:presLayoutVars>
          <dgm:bulletEnabled val="1"/>
        </dgm:presLayoutVars>
      </dgm:prSet>
      <dgm:spPr/>
    </dgm:pt>
    <dgm:pt modelId="{2310CEB0-5F92-4EB4-8444-AA6A5B13059F}" type="pres">
      <dgm:prSet presAssocID="{B11A272C-92A0-4C0F-B761-3C07C895D31B}" presName="spaceBetweenRectangles" presStyleCnt="0"/>
      <dgm:spPr/>
    </dgm:pt>
    <dgm:pt modelId="{CC3DFAAC-7572-4DD4-A7A9-A0A2DF53BDD9}" type="pres">
      <dgm:prSet presAssocID="{2827EEA7-DDD0-4BBF-A1E7-8D7460277D16}" presName="parentLin" presStyleCnt="0"/>
      <dgm:spPr/>
    </dgm:pt>
    <dgm:pt modelId="{9837C100-12DE-4C84-A922-9220677D2A90}" type="pres">
      <dgm:prSet presAssocID="{2827EEA7-DDD0-4BBF-A1E7-8D7460277D16}" presName="parentLeftMargin" presStyleLbl="node1" presStyleIdx="0" presStyleCnt="6"/>
      <dgm:spPr/>
    </dgm:pt>
    <dgm:pt modelId="{093AB35E-44B6-4416-AEED-155799C10A87}" type="pres">
      <dgm:prSet presAssocID="{2827EEA7-DDD0-4BBF-A1E7-8D7460277D16}" presName="parentText" presStyleLbl="node1" presStyleIdx="1" presStyleCnt="6" custScaleX="39158" custScaleY="126680">
        <dgm:presLayoutVars>
          <dgm:chMax val="0"/>
          <dgm:bulletEnabled val="1"/>
        </dgm:presLayoutVars>
      </dgm:prSet>
      <dgm:spPr/>
    </dgm:pt>
    <dgm:pt modelId="{9F9B780F-7F23-4B64-9C8E-5ADE1595A345}" type="pres">
      <dgm:prSet presAssocID="{2827EEA7-DDD0-4BBF-A1E7-8D7460277D16}" presName="negativeSpace" presStyleCnt="0"/>
      <dgm:spPr/>
    </dgm:pt>
    <dgm:pt modelId="{A9389ABF-A419-40A8-8374-BF77DE161735}" type="pres">
      <dgm:prSet presAssocID="{2827EEA7-DDD0-4BBF-A1E7-8D7460277D16}" presName="childText" presStyleLbl="conFgAcc1" presStyleIdx="1" presStyleCnt="6">
        <dgm:presLayoutVars>
          <dgm:bulletEnabled val="1"/>
        </dgm:presLayoutVars>
      </dgm:prSet>
      <dgm:spPr/>
    </dgm:pt>
    <dgm:pt modelId="{54B5B144-A493-4431-ADC8-7A8AF1C51E1D}" type="pres">
      <dgm:prSet presAssocID="{A70009A1-2A76-47C8-9799-4B60B2F1DFAB}" presName="spaceBetweenRectangles" presStyleCnt="0"/>
      <dgm:spPr/>
    </dgm:pt>
    <dgm:pt modelId="{245E606E-6987-4B50-8511-45ED7B55B2C5}" type="pres">
      <dgm:prSet presAssocID="{E9F8E470-0F95-483A-BBFB-8402088A7304}" presName="parentLin" presStyleCnt="0"/>
      <dgm:spPr/>
    </dgm:pt>
    <dgm:pt modelId="{D2972F7C-FE0F-486F-B194-0FA43E44FC62}" type="pres">
      <dgm:prSet presAssocID="{E9F8E470-0F95-483A-BBFB-8402088A7304}" presName="parentLeftMargin" presStyleLbl="node1" presStyleIdx="1" presStyleCnt="6"/>
      <dgm:spPr/>
    </dgm:pt>
    <dgm:pt modelId="{C8A0676F-CD3D-4E98-BC39-C8261B142872}" type="pres">
      <dgm:prSet presAssocID="{E9F8E470-0F95-483A-BBFB-8402088A7304}" presName="parentText" presStyleLbl="node1" presStyleIdx="2" presStyleCnt="6" custScaleX="65539" custScaleY="139307">
        <dgm:presLayoutVars>
          <dgm:chMax val="0"/>
          <dgm:bulletEnabled val="1"/>
        </dgm:presLayoutVars>
      </dgm:prSet>
      <dgm:spPr/>
    </dgm:pt>
    <dgm:pt modelId="{B7718D39-CF0F-487C-95C8-84222166FED9}" type="pres">
      <dgm:prSet presAssocID="{E9F8E470-0F95-483A-BBFB-8402088A7304}" presName="negativeSpace" presStyleCnt="0"/>
      <dgm:spPr/>
    </dgm:pt>
    <dgm:pt modelId="{7A657BAA-80BE-4AD7-A965-A34D739B4DA1}" type="pres">
      <dgm:prSet presAssocID="{E9F8E470-0F95-483A-BBFB-8402088A7304}" presName="childText" presStyleLbl="conFgAcc1" presStyleIdx="2" presStyleCnt="6" custLinFactNeighborX="0" custLinFactNeighborY="86231">
        <dgm:presLayoutVars>
          <dgm:bulletEnabled val="1"/>
        </dgm:presLayoutVars>
      </dgm:prSet>
      <dgm:spPr/>
    </dgm:pt>
    <dgm:pt modelId="{E9A4BC82-667F-4BE4-B3F7-957477C886E5}" type="pres">
      <dgm:prSet presAssocID="{07EDBF24-B847-494F-A492-24690235EC4B}" presName="spaceBetweenRectangles" presStyleCnt="0"/>
      <dgm:spPr/>
    </dgm:pt>
    <dgm:pt modelId="{EB47137F-0416-4591-AB9E-77A13B0AB24D}" type="pres">
      <dgm:prSet presAssocID="{1DDBBC2D-78D6-4BFD-88B4-F716317A7D4C}" presName="parentLin" presStyleCnt="0"/>
      <dgm:spPr/>
    </dgm:pt>
    <dgm:pt modelId="{8AB2E964-40E8-4C84-A1B1-CE8E810133A5}" type="pres">
      <dgm:prSet presAssocID="{1DDBBC2D-78D6-4BFD-88B4-F716317A7D4C}" presName="parentLeftMargin" presStyleLbl="node1" presStyleIdx="2" presStyleCnt="6"/>
      <dgm:spPr/>
    </dgm:pt>
    <dgm:pt modelId="{F2E9DE67-6A84-4EFF-B89B-7C2AC080663C}" type="pres">
      <dgm:prSet presAssocID="{1DDBBC2D-78D6-4BFD-88B4-F716317A7D4C}" presName="parentText" presStyleLbl="node1" presStyleIdx="3" presStyleCnt="6" custScaleX="38032" custScaleY="143712">
        <dgm:presLayoutVars>
          <dgm:chMax val="0"/>
          <dgm:bulletEnabled val="1"/>
        </dgm:presLayoutVars>
      </dgm:prSet>
      <dgm:spPr/>
    </dgm:pt>
    <dgm:pt modelId="{F1EEDA57-54F7-40A0-8A2B-CDC714C5288A}" type="pres">
      <dgm:prSet presAssocID="{1DDBBC2D-78D6-4BFD-88B4-F716317A7D4C}" presName="negativeSpace" presStyleCnt="0"/>
      <dgm:spPr/>
    </dgm:pt>
    <dgm:pt modelId="{46BCA564-26AA-4E19-B8FF-DFEE329F110E}" type="pres">
      <dgm:prSet presAssocID="{1DDBBC2D-78D6-4BFD-88B4-F716317A7D4C}" presName="childText" presStyleLbl="conFgAcc1" presStyleIdx="3" presStyleCnt="6">
        <dgm:presLayoutVars>
          <dgm:bulletEnabled val="1"/>
        </dgm:presLayoutVars>
      </dgm:prSet>
      <dgm:spPr/>
    </dgm:pt>
    <dgm:pt modelId="{49CE557B-1677-4ABB-BB74-12D0A7E4C4B1}" type="pres">
      <dgm:prSet presAssocID="{2F6B7F9C-D637-4273-AB6D-7DED4400A612}" presName="spaceBetweenRectangles" presStyleCnt="0"/>
      <dgm:spPr/>
    </dgm:pt>
    <dgm:pt modelId="{9B5B2B73-8E5F-47F7-9E2D-5A8308304655}" type="pres">
      <dgm:prSet presAssocID="{B0471CC2-D594-456A-95F1-16E19FF6E490}" presName="parentLin" presStyleCnt="0"/>
      <dgm:spPr/>
    </dgm:pt>
    <dgm:pt modelId="{76855B46-6E70-4DFE-A477-58695B4C0908}" type="pres">
      <dgm:prSet presAssocID="{B0471CC2-D594-456A-95F1-16E19FF6E490}" presName="parentLeftMargin" presStyleLbl="node1" presStyleIdx="3" presStyleCnt="6"/>
      <dgm:spPr/>
    </dgm:pt>
    <dgm:pt modelId="{221EC935-6D5A-4A66-956D-90F63FE99F0D}" type="pres">
      <dgm:prSet presAssocID="{B0471CC2-D594-456A-95F1-16E19FF6E490}" presName="parentText" presStyleLbl="node1" presStyleIdx="4" presStyleCnt="6" custScaleX="38284" custScaleY="133083">
        <dgm:presLayoutVars>
          <dgm:chMax val="0"/>
          <dgm:bulletEnabled val="1"/>
        </dgm:presLayoutVars>
      </dgm:prSet>
      <dgm:spPr/>
    </dgm:pt>
    <dgm:pt modelId="{05FD4598-A34F-4862-BD60-6E5555C5038A}" type="pres">
      <dgm:prSet presAssocID="{B0471CC2-D594-456A-95F1-16E19FF6E490}" presName="negativeSpace" presStyleCnt="0"/>
      <dgm:spPr/>
    </dgm:pt>
    <dgm:pt modelId="{2869B3F9-C2F8-4C37-9CB8-709A647241B2}" type="pres">
      <dgm:prSet presAssocID="{B0471CC2-D594-456A-95F1-16E19FF6E490}" presName="childText" presStyleLbl="conFgAcc1" presStyleIdx="4" presStyleCnt="6" custLinFactNeighborX="0" custLinFactNeighborY="59678">
        <dgm:presLayoutVars>
          <dgm:bulletEnabled val="1"/>
        </dgm:presLayoutVars>
      </dgm:prSet>
      <dgm:spPr/>
    </dgm:pt>
    <dgm:pt modelId="{8451D6A9-A498-4508-A42B-AB8B4BE2A2FE}" type="pres">
      <dgm:prSet presAssocID="{0AFE1E90-21AB-42B9-B7F0-CF2327411697}" presName="spaceBetweenRectangles" presStyleCnt="0"/>
      <dgm:spPr/>
    </dgm:pt>
    <dgm:pt modelId="{ADCB00EA-0946-4536-9318-377D307ECE1F}" type="pres">
      <dgm:prSet presAssocID="{F1CCEE84-81C5-49AF-A22D-0DD8E04F98F1}" presName="parentLin" presStyleCnt="0"/>
      <dgm:spPr/>
    </dgm:pt>
    <dgm:pt modelId="{EF78193B-1A18-41F7-AC62-473F58BD5E9A}" type="pres">
      <dgm:prSet presAssocID="{F1CCEE84-81C5-49AF-A22D-0DD8E04F98F1}" presName="parentLeftMargin" presStyleLbl="node1" presStyleIdx="4" presStyleCnt="6"/>
      <dgm:spPr/>
    </dgm:pt>
    <dgm:pt modelId="{DF4005A9-101C-4E4C-888F-E61CE9B59780}" type="pres">
      <dgm:prSet presAssocID="{F1CCEE84-81C5-49AF-A22D-0DD8E04F98F1}" presName="parentText" presStyleLbl="node1" presStyleIdx="5" presStyleCnt="6" custScaleX="46857" custScaleY="144899">
        <dgm:presLayoutVars>
          <dgm:chMax val="0"/>
          <dgm:bulletEnabled val="1"/>
        </dgm:presLayoutVars>
      </dgm:prSet>
      <dgm:spPr/>
    </dgm:pt>
    <dgm:pt modelId="{64323E08-B2FB-44B8-A8D6-FF187CF050E8}" type="pres">
      <dgm:prSet presAssocID="{F1CCEE84-81C5-49AF-A22D-0DD8E04F98F1}" presName="negativeSpace" presStyleCnt="0"/>
      <dgm:spPr/>
    </dgm:pt>
    <dgm:pt modelId="{13D6C2E3-A956-4211-A5FD-4BFB42F5EFA0}" type="pres">
      <dgm:prSet presAssocID="{F1CCEE84-81C5-49AF-A22D-0DD8E04F98F1}" presName="childText" presStyleLbl="conFgAcc1" presStyleIdx="5" presStyleCnt="6">
        <dgm:presLayoutVars>
          <dgm:bulletEnabled val="1"/>
        </dgm:presLayoutVars>
      </dgm:prSet>
      <dgm:spPr>
        <a:solidFill>
          <a:schemeClr val="accent2">
            <a:lumMod val="20000"/>
            <a:lumOff val="80000"/>
            <a:alpha val="90000"/>
          </a:schemeClr>
        </a:solidFill>
        <a:ln>
          <a:solidFill>
            <a:schemeClr val="tx2"/>
          </a:solidFill>
        </a:ln>
      </dgm:spPr>
    </dgm:pt>
  </dgm:ptLst>
  <dgm:cxnLst>
    <dgm:cxn modelId="{E9D4FF00-8893-4401-B5C2-540C8E344CD5}" srcId="{0215E62C-F80A-4387-A061-5B188D2A6F9D}" destId="{1DDBBC2D-78D6-4BFD-88B4-F716317A7D4C}" srcOrd="3" destOrd="0" parTransId="{D2B20283-700A-48DD-AF2A-70BC33401CD1}" sibTransId="{2F6B7F9C-D637-4273-AB6D-7DED4400A612}"/>
    <dgm:cxn modelId="{78ED2E13-4F92-400E-AE4D-69C8399AC60B}" type="presOf" srcId="{B0471CC2-D594-456A-95F1-16E19FF6E490}" destId="{221EC935-6D5A-4A66-956D-90F63FE99F0D}" srcOrd="1" destOrd="0" presId="urn:microsoft.com/office/officeart/2005/8/layout/list1"/>
    <dgm:cxn modelId="{6A586817-17A8-427E-906D-DA82ADCEF033}" type="presOf" srcId="{D0273D35-43B4-41FA-B163-DB74A6AE9865}" destId="{708A1E31-CD30-4652-9769-27D427C3D27B}" srcOrd="0" destOrd="0" presId="urn:microsoft.com/office/officeart/2005/8/layout/list1"/>
    <dgm:cxn modelId="{09171825-F134-43BE-9D27-508EC38D5C24}" srcId="{0215E62C-F80A-4387-A061-5B188D2A6F9D}" destId="{F1CCEE84-81C5-49AF-A22D-0DD8E04F98F1}" srcOrd="5" destOrd="0" parTransId="{55A3C0DC-998E-48D1-A8E3-52E127F62C4E}" sibTransId="{95CDEF7E-458C-49E7-A25D-CA51B2A54CA4}"/>
    <dgm:cxn modelId="{57099427-89A8-4B8C-91C0-7AD4A3F15BEB}" srcId="{0215E62C-F80A-4387-A061-5B188D2A6F9D}" destId="{2827EEA7-DDD0-4BBF-A1E7-8D7460277D16}" srcOrd="1" destOrd="0" parTransId="{0D71027C-A522-4CA1-B8D5-96F7D9ED209B}" sibTransId="{A70009A1-2A76-47C8-9799-4B60B2F1DFAB}"/>
    <dgm:cxn modelId="{E83C272F-EC9A-48F5-978B-6E17877BEDB5}" srcId="{D0273D35-43B4-41FA-B163-DB74A6AE9865}" destId="{A2D97E9B-4877-4630-9DD3-1A439B6BFBFA}" srcOrd="0" destOrd="0" parTransId="{64820B43-9EB6-43E1-AA72-5A10FC6A6260}" sibTransId="{AC09A33D-E190-4085-87BF-E3588E01F5FE}"/>
    <dgm:cxn modelId="{237B1C34-A048-45FD-99A1-3F73FEA32DA7}" type="presOf" srcId="{10671988-1529-4A62-9617-44751084C0BB}" destId="{7A657BAA-80BE-4AD7-A965-A34D739B4DA1}" srcOrd="0" destOrd="0" presId="urn:microsoft.com/office/officeart/2005/8/layout/list1"/>
    <dgm:cxn modelId="{49AAF537-9F4D-40A6-BEB7-6E58AA57516C}" type="presOf" srcId="{2827EEA7-DDD0-4BBF-A1E7-8D7460277D16}" destId="{9837C100-12DE-4C84-A922-9220677D2A90}" srcOrd="0" destOrd="0" presId="urn:microsoft.com/office/officeart/2005/8/layout/list1"/>
    <dgm:cxn modelId="{20FBB73C-9717-48C4-B10F-ACE3FF331AFC}" type="presOf" srcId="{2827EEA7-DDD0-4BBF-A1E7-8D7460277D16}" destId="{093AB35E-44B6-4416-AEED-155799C10A87}" srcOrd="1" destOrd="0" presId="urn:microsoft.com/office/officeart/2005/8/layout/list1"/>
    <dgm:cxn modelId="{E25F863D-0C7D-4963-BE62-CD9AC5BD8E60}" type="presOf" srcId="{B0471CC2-D594-456A-95F1-16E19FF6E490}" destId="{76855B46-6E70-4DFE-A477-58695B4C0908}" srcOrd="0" destOrd="0" presId="urn:microsoft.com/office/officeart/2005/8/layout/list1"/>
    <dgm:cxn modelId="{B46E3D3F-A1A9-4987-997C-9EBA0801196D}" type="presOf" srcId="{0215E62C-F80A-4387-A061-5B188D2A6F9D}" destId="{E311ECD2-BE21-4736-BE0E-7ED4EE5ADDC7}" srcOrd="0" destOrd="0" presId="urn:microsoft.com/office/officeart/2005/8/layout/list1"/>
    <dgm:cxn modelId="{9E5A0A5C-9435-47C4-B121-07161F7BDFFE}" type="presOf" srcId="{ECCD5F71-3C8F-45DF-B415-E1D9F4B28E91}" destId="{7A657BAA-80BE-4AD7-A965-A34D739B4DA1}" srcOrd="0" destOrd="1" presId="urn:microsoft.com/office/officeart/2005/8/layout/list1"/>
    <dgm:cxn modelId="{8FEEBF5E-E7CF-4FE8-AAF6-0318A085B7F0}" srcId="{1DDBBC2D-78D6-4BFD-88B4-F716317A7D4C}" destId="{3317BACB-3563-4049-B980-66B42267A868}" srcOrd="0" destOrd="0" parTransId="{22A7D355-9298-4308-BE5F-1501C051BF24}" sibTransId="{61AEC1DA-4BA6-4DE5-BB79-00AADCAF8EBD}"/>
    <dgm:cxn modelId="{7E0E3041-9A17-4F80-8184-0C578FD87C24}" srcId="{E9F8E470-0F95-483A-BBFB-8402088A7304}" destId="{ECCD5F71-3C8F-45DF-B415-E1D9F4B28E91}" srcOrd="1" destOrd="0" parTransId="{5F5EFEC8-0D0B-4CBE-8EC6-7A474840B822}" sibTransId="{97E328F6-2608-477B-9D1C-50235BDB779B}"/>
    <dgm:cxn modelId="{89FA7963-1A0E-4583-83A7-65CEE20173DB}" type="presOf" srcId="{F1CCEE84-81C5-49AF-A22D-0DD8E04F98F1}" destId="{DF4005A9-101C-4E4C-888F-E61CE9B59780}" srcOrd="1" destOrd="0" presId="urn:microsoft.com/office/officeart/2005/8/layout/list1"/>
    <dgm:cxn modelId="{7EE5916B-4FD4-43D6-968D-87856E8C07B5}" type="presOf" srcId="{79CCCC5F-071C-4DEB-BE1B-91D59E574BBB}" destId="{2869B3F9-C2F8-4C37-9CB8-709A647241B2}" srcOrd="0" destOrd="0" presId="urn:microsoft.com/office/officeart/2005/8/layout/list1"/>
    <dgm:cxn modelId="{84358673-1D6D-4A79-9360-0A0B6C229843}" srcId="{0215E62C-F80A-4387-A061-5B188D2A6F9D}" destId="{D0273D35-43B4-41FA-B163-DB74A6AE9865}" srcOrd="0" destOrd="0" parTransId="{180AF85D-3E1A-41B1-99D4-7907C007BD86}" sibTransId="{B11A272C-92A0-4C0F-B761-3C07C895D31B}"/>
    <dgm:cxn modelId="{BD320776-E105-4FD7-9F18-4B3566FC443D}" srcId="{E9F8E470-0F95-483A-BBFB-8402088A7304}" destId="{10671988-1529-4A62-9617-44751084C0BB}" srcOrd="0" destOrd="0" parTransId="{AA787407-1BBB-4C39-9EDD-BDDF3220FF6F}" sibTransId="{87DE4AA1-7350-453D-8937-C7EE84166CC6}"/>
    <dgm:cxn modelId="{AF5F8F56-71F5-420D-BEB4-C14A855CA503}" srcId="{B0471CC2-D594-456A-95F1-16E19FF6E490}" destId="{79CCCC5F-071C-4DEB-BE1B-91D59E574BBB}" srcOrd="0" destOrd="0" parTransId="{599317D5-B1C8-466C-9227-9F42D33C253E}" sibTransId="{8741F512-043A-461B-B7F4-64B5B61865AF}"/>
    <dgm:cxn modelId="{5251FF8D-6396-409F-A23E-E5701D72991F}" type="presOf" srcId="{1DDBBC2D-78D6-4BFD-88B4-F716317A7D4C}" destId="{F2E9DE67-6A84-4EFF-B89B-7C2AC080663C}" srcOrd="1" destOrd="0" presId="urn:microsoft.com/office/officeart/2005/8/layout/list1"/>
    <dgm:cxn modelId="{26331E9B-CEF0-45A8-922C-CED749EE8260}" type="presOf" srcId="{E9F8E470-0F95-483A-BBFB-8402088A7304}" destId="{D2972F7C-FE0F-486F-B194-0FA43E44FC62}" srcOrd="0" destOrd="0" presId="urn:microsoft.com/office/officeart/2005/8/layout/list1"/>
    <dgm:cxn modelId="{7593DEA6-15D3-4F5A-A99D-379A0871F96A}" type="presOf" srcId="{3317BACB-3563-4049-B980-66B42267A868}" destId="{46BCA564-26AA-4E19-B8FF-DFEE329F110E}" srcOrd="0" destOrd="0" presId="urn:microsoft.com/office/officeart/2005/8/layout/list1"/>
    <dgm:cxn modelId="{A9AD15AE-535C-4006-9A86-0697D7CA31CC}" type="presOf" srcId="{F1CCEE84-81C5-49AF-A22D-0DD8E04F98F1}" destId="{EF78193B-1A18-41F7-AC62-473F58BD5E9A}" srcOrd="0" destOrd="0" presId="urn:microsoft.com/office/officeart/2005/8/layout/list1"/>
    <dgm:cxn modelId="{97D56EBB-7173-4B55-A4B3-AEBBD64EBA94}" srcId="{0215E62C-F80A-4387-A061-5B188D2A6F9D}" destId="{E9F8E470-0F95-483A-BBFB-8402088A7304}" srcOrd="2" destOrd="0" parTransId="{0D2F06AB-B1C9-4344-B0CB-372FC43CFFFC}" sibTransId="{07EDBF24-B847-494F-A492-24690235EC4B}"/>
    <dgm:cxn modelId="{268B1DBF-E79E-4965-82C9-330966F6E98A}" type="presOf" srcId="{E9F8E470-0F95-483A-BBFB-8402088A7304}" destId="{C8A0676F-CD3D-4E98-BC39-C8261B142872}" srcOrd="1" destOrd="0" presId="urn:microsoft.com/office/officeart/2005/8/layout/list1"/>
    <dgm:cxn modelId="{42EEC9C4-286D-452E-8121-BCA36C2DABA2}" srcId="{2827EEA7-DDD0-4BBF-A1E7-8D7460277D16}" destId="{3DE12360-E1A0-4C68-8683-33030C307F25}" srcOrd="0" destOrd="0" parTransId="{DE936058-4AF2-4F31-8BB5-E7C23A86546F}" sibTransId="{7AC576DE-8832-4231-BDAF-F0B7B48A2DD9}"/>
    <dgm:cxn modelId="{FC6C09C9-CA20-450C-B54C-DFE4439B58E5}" type="presOf" srcId="{3DE12360-E1A0-4C68-8683-33030C307F25}" destId="{A9389ABF-A419-40A8-8374-BF77DE161735}" srcOrd="0" destOrd="0" presId="urn:microsoft.com/office/officeart/2005/8/layout/list1"/>
    <dgm:cxn modelId="{C83670D4-F3DA-4E20-A795-AC12016FDBA2}" type="presOf" srcId="{A2D97E9B-4877-4630-9DD3-1A439B6BFBFA}" destId="{C3111BFD-14B8-46A0-8809-7EDEC7412280}" srcOrd="0" destOrd="0" presId="urn:microsoft.com/office/officeart/2005/8/layout/list1"/>
    <dgm:cxn modelId="{3A404FF3-353F-4A17-80CB-034496822388}" srcId="{0215E62C-F80A-4387-A061-5B188D2A6F9D}" destId="{B0471CC2-D594-456A-95F1-16E19FF6E490}" srcOrd="4" destOrd="0" parTransId="{7A41EBE0-E4B8-49BE-9B12-B89F7A3EA0AF}" sibTransId="{0AFE1E90-21AB-42B9-B7F0-CF2327411697}"/>
    <dgm:cxn modelId="{690B82F5-E6AD-44CC-BB1C-DFE0601AA013}" type="presOf" srcId="{1DDBBC2D-78D6-4BFD-88B4-F716317A7D4C}" destId="{8AB2E964-40E8-4C84-A1B1-CE8E810133A5}" srcOrd="0" destOrd="0" presId="urn:microsoft.com/office/officeart/2005/8/layout/list1"/>
    <dgm:cxn modelId="{C3CDD6FD-C510-4504-91E3-3B5999D9D315}" type="presOf" srcId="{D0273D35-43B4-41FA-B163-DB74A6AE9865}" destId="{38856AFF-2462-473A-A2AC-596817ACE2CF}" srcOrd="1" destOrd="0" presId="urn:microsoft.com/office/officeart/2005/8/layout/list1"/>
    <dgm:cxn modelId="{82BF8965-35A7-40C9-A181-42FDB9819706}" type="presParOf" srcId="{E311ECD2-BE21-4736-BE0E-7ED4EE5ADDC7}" destId="{1E72ACFC-65DB-42C2-AC4C-B707004C242C}" srcOrd="0" destOrd="0" presId="urn:microsoft.com/office/officeart/2005/8/layout/list1"/>
    <dgm:cxn modelId="{4BCA9AB2-73C5-4A5D-A45C-866A3E7794A5}" type="presParOf" srcId="{1E72ACFC-65DB-42C2-AC4C-B707004C242C}" destId="{708A1E31-CD30-4652-9769-27D427C3D27B}" srcOrd="0" destOrd="0" presId="urn:microsoft.com/office/officeart/2005/8/layout/list1"/>
    <dgm:cxn modelId="{A4D51C99-0D7F-4C6B-A5D6-F7607223F278}" type="presParOf" srcId="{1E72ACFC-65DB-42C2-AC4C-B707004C242C}" destId="{38856AFF-2462-473A-A2AC-596817ACE2CF}" srcOrd="1" destOrd="0" presId="urn:microsoft.com/office/officeart/2005/8/layout/list1"/>
    <dgm:cxn modelId="{A1082926-514B-45F3-A5A5-A598D677F065}" type="presParOf" srcId="{E311ECD2-BE21-4736-BE0E-7ED4EE5ADDC7}" destId="{3A897C82-B602-403C-A146-D65E5822736A}" srcOrd="1" destOrd="0" presId="urn:microsoft.com/office/officeart/2005/8/layout/list1"/>
    <dgm:cxn modelId="{F41E3AFE-CDF6-437B-9FD6-B7A84E7303E7}" type="presParOf" srcId="{E311ECD2-BE21-4736-BE0E-7ED4EE5ADDC7}" destId="{C3111BFD-14B8-46A0-8809-7EDEC7412280}" srcOrd="2" destOrd="0" presId="urn:microsoft.com/office/officeart/2005/8/layout/list1"/>
    <dgm:cxn modelId="{D8D3B891-EE22-41AD-B4F3-9BB8B16217EA}" type="presParOf" srcId="{E311ECD2-BE21-4736-BE0E-7ED4EE5ADDC7}" destId="{2310CEB0-5F92-4EB4-8444-AA6A5B13059F}" srcOrd="3" destOrd="0" presId="urn:microsoft.com/office/officeart/2005/8/layout/list1"/>
    <dgm:cxn modelId="{AC204A72-8E76-4FBE-AC7C-223A6A241FC1}" type="presParOf" srcId="{E311ECD2-BE21-4736-BE0E-7ED4EE5ADDC7}" destId="{CC3DFAAC-7572-4DD4-A7A9-A0A2DF53BDD9}" srcOrd="4" destOrd="0" presId="urn:microsoft.com/office/officeart/2005/8/layout/list1"/>
    <dgm:cxn modelId="{79A9C41A-B3CE-46B6-ADAE-BF016382B4BD}" type="presParOf" srcId="{CC3DFAAC-7572-4DD4-A7A9-A0A2DF53BDD9}" destId="{9837C100-12DE-4C84-A922-9220677D2A90}" srcOrd="0" destOrd="0" presId="urn:microsoft.com/office/officeart/2005/8/layout/list1"/>
    <dgm:cxn modelId="{45506EE0-305A-44A2-8028-BBFB4F464667}" type="presParOf" srcId="{CC3DFAAC-7572-4DD4-A7A9-A0A2DF53BDD9}" destId="{093AB35E-44B6-4416-AEED-155799C10A87}" srcOrd="1" destOrd="0" presId="urn:microsoft.com/office/officeart/2005/8/layout/list1"/>
    <dgm:cxn modelId="{8C472B2B-B94E-47BF-949F-AA1840305AB6}" type="presParOf" srcId="{E311ECD2-BE21-4736-BE0E-7ED4EE5ADDC7}" destId="{9F9B780F-7F23-4B64-9C8E-5ADE1595A345}" srcOrd="5" destOrd="0" presId="urn:microsoft.com/office/officeart/2005/8/layout/list1"/>
    <dgm:cxn modelId="{427C3DCC-657F-40CE-BD3A-AE649C416837}" type="presParOf" srcId="{E311ECD2-BE21-4736-BE0E-7ED4EE5ADDC7}" destId="{A9389ABF-A419-40A8-8374-BF77DE161735}" srcOrd="6" destOrd="0" presId="urn:microsoft.com/office/officeart/2005/8/layout/list1"/>
    <dgm:cxn modelId="{AC0CEF87-ABA4-47F9-80BF-094509DF4158}" type="presParOf" srcId="{E311ECD2-BE21-4736-BE0E-7ED4EE5ADDC7}" destId="{54B5B144-A493-4431-ADC8-7A8AF1C51E1D}" srcOrd="7" destOrd="0" presId="urn:microsoft.com/office/officeart/2005/8/layout/list1"/>
    <dgm:cxn modelId="{4A0E8D17-DEF6-4868-B1B8-1CE9342075C7}" type="presParOf" srcId="{E311ECD2-BE21-4736-BE0E-7ED4EE5ADDC7}" destId="{245E606E-6987-4B50-8511-45ED7B55B2C5}" srcOrd="8" destOrd="0" presId="urn:microsoft.com/office/officeart/2005/8/layout/list1"/>
    <dgm:cxn modelId="{DADE90E0-8614-4CE1-AD94-35D93014CBEB}" type="presParOf" srcId="{245E606E-6987-4B50-8511-45ED7B55B2C5}" destId="{D2972F7C-FE0F-486F-B194-0FA43E44FC62}" srcOrd="0" destOrd="0" presId="urn:microsoft.com/office/officeart/2005/8/layout/list1"/>
    <dgm:cxn modelId="{25146C1D-9967-430A-8B22-3C18B6E59827}" type="presParOf" srcId="{245E606E-6987-4B50-8511-45ED7B55B2C5}" destId="{C8A0676F-CD3D-4E98-BC39-C8261B142872}" srcOrd="1" destOrd="0" presId="urn:microsoft.com/office/officeart/2005/8/layout/list1"/>
    <dgm:cxn modelId="{BD57CB76-F940-4700-8852-CA611CF2DC6B}" type="presParOf" srcId="{E311ECD2-BE21-4736-BE0E-7ED4EE5ADDC7}" destId="{B7718D39-CF0F-487C-95C8-84222166FED9}" srcOrd="9" destOrd="0" presId="urn:microsoft.com/office/officeart/2005/8/layout/list1"/>
    <dgm:cxn modelId="{27B22C6D-2C7E-4CA2-B0E9-448653E86B25}" type="presParOf" srcId="{E311ECD2-BE21-4736-BE0E-7ED4EE5ADDC7}" destId="{7A657BAA-80BE-4AD7-A965-A34D739B4DA1}" srcOrd="10" destOrd="0" presId="urn:microsoft.com/office/officeart/2005/8/layout/list1"/>
    <dgm:cxn modelId="{6F0D7F53-67BA-434D-9B96-8F314477B8EF}" type="presParOf" srcId="{E311ECD2-BE21-4736-BE0E-7ED4EE5ADDC7}" destId="{E9A4BC82-667F-4BE4-B3F7-957477C886E5}" srcOrd="11" destOrd="0" presId="urn:microsoft.com/office/officeart/2005/8/layout/list1"/>
    <dgm:cxn modelId="{6D203E67-E1F3-45DE-B0D9-ECD2F64DA055}" type="presParOf" srcId="{E311ECD2-BE21-4736-BE0E-7ED4EE5ADDC7}" destId="{EB47137F-0416-4591-AB9E-77A13B0AB24D}" srcOrd="12" destOrd="0" presId="urn:microsoft.com/office/officeart/2005/8/layout/list1"/>
    <dgm:cxn modelId="{807B6EDC-387C-4605-8C1B-7353D9BC5234}" type="presParOf" srcId="{EB47137F-0416-4591-AB9E-77A13B0AB24D}" destId="{8AB2E964-40E8-4C84-A1B1-CE8E810133A5}" srcOrd="0" destOrd="0" presId="urn:microsoft.com/office/officeart/2005/8/layout/list1"/>
    <dgm:cxn modelId="{B871D8A5-126D-4ED1-9A50-FCCF5638D8CE}" type="presParOf" srcId="{EB47137F-0416-4591-AB9E-77A13B0AB24D}" destId="{F2E9DE67-6A84-4EFF-B89B-7C2AC080663C}" srcOrd="1" destOrd="0" presId="urn:microsoft.com/office/officeart/2005/8/layout/list1"/>
    <dgm:cxn modelId="{E6995A53-292C-49DD-9951-E7C4E6596322}" type="presParOf" srcId="{E311ECD2-BE21-4736-BE0E-7ED4EE5ADDC7}" destId="{F1EEDA57-54F7-40A0-8A2B-CDC714C5288A}" srcOrd="13" destOrd="0" presId="urn:microsoft.com/office/officeart/2005/8/layout/list1"/>
    <dgm:cxn modelId="{AC4EC8E6-8682-426F-9D62-77276CF0DE69}" type="presParOf" srcId="{E311ECD2-BE21-4736-BE0E-7ED4EE5ADDC7}" destId="{46BCA564-26AA-4E19-B8FF-DFEE329F110E}" srcOrd="14" destOrd="0" presId="urn:microsoft.com/office/officeart/2005/8/layout/list1"/>
    <dgm:cxn modelId="{076E84B6-3E32-41ED-9684-7F5D1095A7D5}" type="presParOf" srcId="{E311ECD2-BE21-4736-BE0E-7ED4EE5ADDC7}" destId="{49CE557B-1677-4ABB-BB74-12D0A7E4C4B1}" srcOrd="15" destOrd="0" presId="urn:microsoft.com/office/officeart/2005/8/layout/list1"/>
    <dgm:cxn modelId="{F51576CB-922E-495F-A1C8-734D4D5D3EB0}" type="presParOf" srcId="{E311ECD2-BE21-4736-BE0E-7ED4EE5ADDC7}" destId="{9B5B2B73-8E5F-47F7-9E2D-5A8308304655}" srcOrd="16" destOrd="0" presId="urn:microsoft.com/office/officeart/2005/8/layout/list1"/>
    <dgm:cxn modelId="{33184494-0CE5-46E4-8D5E-3739333AB72E}" type="presParOf" srcId="{9B5B2B73-8E5F-47F7-9E2D-5A8308304655}" destId="{76855B46-6E70-4DFE-A477-58695B4C0908}" srcOrd="0" destOrd="0" presId="urn:microsoft.com/office/officeart/2005/8/layout/list1"/>
    <dgm:cxn modelId="{0C912986-4EDD-436C-B8F0-EE5172BE0FD4}" type="presParOf" srcId="{9B5B2B73-8E5F-47F7-9E2D-5A8308304655}" destId="{221EC935-6D5A-4A66-956D-90F63FE99F0D}" srcOrd="1" destOrd="0" presId="urn:microsoft.com/office/officeart/2005/8/layout/list1"/>
    <dgm:cxn modelId="{3569221E-1D26-46D8-BEE9-9965132BDDB8}" type="presParOf" srcId="{E311ECD2-BE21-4736-BE0E-7ED4EE5ADDC7}" destId="{05FD4598-A34F-4862-BD60-6E5555C5038A}" srcOrd="17" destOrd="0" presId="urn:microsoft.com/office/officeart/2005/8/layout/list1"/>
    <dgm:cxn modelId="{82439AB0-A98A-413C-9E13-231D85DACA0E}" type="presParOf" srcId="{E311ECD2-BE21-4736-BE0E-7ED4EE5ADDC7}" destId="{2869B3F9-C2F8-4C37-9CB8-709A647241B2}" srcOrd="18" destOrd="0" presId="urn:microsoft.com/office/officeart/2005/8/layout/list1"/>
    <dgm:cxn modelId="{5675A757-89B0-487B-A2DF-CE9A8E418690}" type="presParOf" srcId="{E311ECD2-BE21-4736-BE0E-7ED4EE5ADDC7}" destId="{8451D6A9-A498-4508-A42B-AB8B4BE2A2FE}" srcOrd="19" destOrd="0" presId="urn:microsoft.com/office/officeart/2005/8/layout/list1"/>
    <dgm:cxn modelId="{0D45FE00-0D92-4066-933C-F7CE07A1800B}" type="presParOf" srcId="{E311ECD2-BE21-4736-BE0E-7ED4EE5ADDC7}" destId="{ADCB00EA-0946-4536-9318-377D307ECE1F}" srcOrd="20" destOrd="0" presId="urn:microsoft.com/office/officeart/2005/8/layout/list1"/>
    <dgm:cxn modelId="{A0047880-5047-463D-920A-BDE4B19E45EF}" type="presParOf" srcId="{ADCB00EA-0946-4536-9318-377D307ECE1F}" destId="{EF78193B-1A18-41F7-AC62-473F58BD5E9A}" srcOrd="0" destOrd="0" presId="urn:microsoft.com/office/officeart/2005/8/layout/list1"/>
    <dgm:cxn modelId="{D3242DC5-DAF7-47D8-83AA-59AA63876A6A}" type="presParOf" srcId="{ADCB00EA-0946-4536-9318-377D307ECE1F}" destId="{DF4005A9-101C-4E4C-888F-E61CE9B59780}" srcOrd="1" destOrd="0" presId="urn:microsoft.com/office/officeart/2005/8/layout/list1"/>
    <dgm:cxn modelId="{8901EDAD-E9C0-414A-87AD-C825A1594C3E}" type="presParOf" srcId="{E311ECD2-BE21-4736-BE0E-7ED4EE5ADDC7}" destId="{64323E08-B2FB-44B8-A8D6-FF187CF050E8}" srcOrd="21" destOrd="0" presId="urn:microsoft.com/office/officeart/2005/8/layout/list1"/>
    <dgm:cxn modelId="{78B9DCDC-A9F7-43F5-9735-5939F1A0EC9A}" type="presParOf" srcId="{E311ECD2-BE21-4736-BE0E-7ED4EE5ADDC7}" destId="{13D6C2E3-A956-4211-A5FD-4BFB42F5EFA0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111BFD-14B8-46A0-8809-7EDEC7412280}">
      <dsp:nvSpPr>
        <dsp:cNvPr id="0" name=""/>
        <dsp:cNvSpPr/>
      </dsp:nvSpPr>
      <dsp:spPr>
        <a:xfrm>
          <a:off x="0" y="215027"/>
          <a:ext cx="10630728" cy="740250"/>
        </a:xfrm>
        <a:prstGeom prst="rect">
          <a:avLst/>
        </a:prstGeom>
        <a:solidFill>
          <a:schemeClr val="accent2">
            <a:lumMod val="20000"/>
            <a:lumOff val="80000"/>
            <a:alpha val="90000"/>
          </a:schemeClr>
        </a:solidFill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063" tIns="208280" rIns="825063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400" kern="1200" dirty="0"/>
            <a:t>First, evaluate the current data sites you are considering, using </a:t>
          </a:r>
          <a:r>
            <a:rPr lang="en-AU" sz="1400" kern="1200" dirty="0" err="1"/>
            <a:t>Kozinets’s</a:t>
          </a:r>
          <a:r>
            <a:rPr lang="en-AU" sz="1400" kern="1200" dirty="0"/>
            <a:t> </a:t>
          </a:r>
          <a:r>
            <a:rPr lang="en-AU" sz="1400" kern="1200" dirty="0" err="1"/>
            <a:t>criterias</a:t>
          </a:r>
          <a:r>
            <a:rPr lang="en-AU" sz="1400" kern="1200" dirty="0"/>
            <a:t>: </a:t>
          </a:r>
          <a:r>
            <a:rPr lang="en-AU" sz="1400" b="1" kern="1200" dirty="0"/>
            <a:t>relevance, activity, interactivity, diversity, and richness</a:t>
          </a:r>
          <a:r>
            <a:rPr lang="en-AU" sz="1400" kern="1200" dirty="0"/>
            <a:t>. </a:t>
          </a:r>
        </a:p>
      </dsp:txBody>
      <dsp:txXfrm>
        <a:off x="0" y="215027"/>
        <a:ext cx="10630728" cy="740250"/>
      </dsp:txXfrm>
    </dsp:sp>
    <dsp:sp modelId="{38856AFF-2462-473A-A2AC-596817ACE2CF}">
      <dsp:nvSpPr>
        <dsp:cNvPr id="0" name=""/>
        <dsp:cNvSpPr/>
      </dsp:nvSpPr>
      <dsp:spPr>
        <a:xfrm>
          <a:off x="521389" y="16319"/>
          <a:ext cx="2694049" cy="3609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lumMod val="50000"/>
              <a:lumOff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271" tIns="0" rIns="28127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/>
            <a:t>1. Evaluate data site </a:t>
          </a:r>
        </a:p>
      </dsp:txBody>
      <dsp:txXfrm>
        <a:off x="539010" y="33940"/>
        <a:ext cx="2658807" cy="325716"/>
      </dsp:txXfrm>
    </dsp:sp>
    <dsp:sp modelId="{A9389ABF-A419-40A8-8374-BF77DE161735}">
      <dsp:nvSpPr>
        <dsp:cNvPr id="0" name=""/>
        <dsp:cNvSpPr/>
      </dsp:nvSpPr>
      <dsp:spPr>
        <a:xfrm>
          <a:off x="0" y="1235636"/>
          <a:ext cx="10630728" cy="740250"/>
        </a:xfrm>
        <a:prstGeom prst="rect">
          <a:avLst/>
        </a:prstGeom>
        <a:solidFill>
          <a:schemeClr val="accent2">
            <a:lumMod val="20000"/>
            <a:lumOff val="80000"/>
            <a:alpha val="90000"/>
          </a:schemeClr>
        </a:solidFill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063" tIns="208280" rIns="825063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400" kern="1200" dirty="0"/>
            <a:t>Evaluate the </a:t>
          </a:r>
          <a:r>
            <a:rPr lang="da-DK" sz="1400" b="1" kern="1200" dirty="0"/>
            <a:t>quality</a:t>
          </a:r>
          <a:r>
            <a:rPr lang="da-DK" sz="1400" kern="1200" dirty="0"/>
            <a:t> of each central data trace on your data site – evaluate each of these both in relation to its </a:t>
          </a:r>
          <a:r>
            <a:rPr lang="da-DK" sz="1400" b="1" kern="1200" dirty="0"/>
            <a:t>type</a:t>
          </a:r>
          <a:r>
            <a:rPr lang="da-DK" sz="1400" kern="1200" dirty="0"/>
            <a:t> (i.e., textual, numerical, visual, etc.) and in relation to your </a:t>
          </a:r>
          <a:r>
            <a:rPr lang="da-DK" sz="1400" b="1" kern="1200" dirty="0"/>
            <a:t>RQ</a:t>
          </a:r>
          <a:r>
            <a:rPr lang="da-DK" sz="1400" kern="1200" dirty="0"/>
            <a:t>. </a:t>
          </a:r>
        </a:p>
      </dsp:txBody>
      <dsp:txXfrm>
        <a:off x="0" y="1235636"/>
        <a:ext cx="10630728" cy="740250"/>
      </dsp:txXfrm>
    </dsp:sp>
    <dsp:sp modelId="{093AB35E-44B6-4416-AEED-155799C10A87}">
      <dsp:nvSpPr>
        <dsp:cNvPr id="0" name=""/>
        <dsp:cNvSpPr/>
      </dsp:nvSpPr>
      <dsp:spPr>
        <a:xfrm>
          <a:off x="531536" y="1009277"/>
          <a:ext cx="2913946" cy="3739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271" tIns="0" rIns="28127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kern="1200" dirty="0"/>
            <a:t>2. Evaluate data traces </a:t>
          </a:r>
        </a:p>
      </dsp:txBody>
      <dsp:txXfrm>
        <a:off x="549791" y="1027532"/>
        <a:ext cx="2877436" cy="337449"/>
      </dsp:txXfrm>
    </dsp:sp>
    <dsp:sp modelId="{7A657BAA-80BE-4AD7-A965-A34D739B4DA1}">
      <dsp:nvSpPr>
        <dsp:cNvPr id="0" name=""/>
        <dsp:cNvSpPr/>
      </dsp:nvSpPr>
      <dsp:spPr>
        <a:xfrm>
          <a:off x="0" y="2340085"/>
          <a:ext cx="10630728" cy="1197000"/>
        </a:xfrm>
        <a:prstGeom prst="rect">
          <a:avLst/>
        </a:prstGeom>
        <a:solidFill>
          <a:schemeClr val="accent2">
            <a:lumMod val="20000"/>
            <a:lumOff val="80000"/>
            <a:alpha val="90000"/>
          </a:schemeClr>
        </a:solidFill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063" tIns="208280" rIns="825063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Describe how your data site </a:t>
          </a:r>
          <a:r>
            <a:rPr lang="en-US" sz="1400" b="1" kern="1200" dirty="0"/>
            <a:t>works</a:t>
          </a:r>
          <a:r>
            <a:rPr lang="en-US" sz="1400" kern="1200" dirty="0"/>
            <a:t>. How do you produce content? How do you consume content? How do you interact? How does one become a member?</a:t>
          </a:r>
          <a:endParaRPr lang="da-DK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Describe </a:t>
          </a:r>
          <a:r>
            <a:rPr lang="en-US" sz="1400" b="1" kern="1200" dirty="0"/>
            <a:t>who</a:t>
          </a:r>
          <a:r>
            <a:rPr lang="en-US" sz="1400" kern="1200" dirty="0"/>
            <a:t> is on your data site. Who is active? Who can become active? Who controls the forum? Who owns your data site?</a:t>
          </a:r>
        </a:p>
      </dsp:txBody>
      <dsp:txXfrm>
        <a:off x="0" y="2340085"/>
        <a:ext cx="10630728" cy="1197000"/>
      </dsp:txXfrm>
    </dsp:sp>
    <dsp:sp modelId="{C8A0676F-CD3D-4E98-BC39-C8261B142872}">
      <dsp:nvSpPr>
        <dsp:cNvPr id="0" name=""/>
        <dsp:cNvSpPr/>
      </dsp:nvSpPr>
      <dsp:spPr>
        <a:xfrm>
          <a:off x="531536" y="2029886"/>
          <a:ext cx="4877090" cy="4112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lumMod val="50000"/>
              <a:lumOff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271" tIns="0" rIns="28127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kern="1200" dirty="0"/>
            <a:t>3. Describe the data generation process </a:t>
          </a:r>
        </a:p>
      </dsp:txBody>
      <dsp:txXfrm>
        <a:off x="551611" y="2049961"/>
        <a:ext cx="4836940" cy="371084"/>
      </dsp:txXfrm>
    </dsp:sp>
    <dsp:sp modelId="{46BCA564-26AA-4E19-B8FF-DFEE329F110E}">
      <dsp:nvSpPr>
        <dsp:cNvPr id="0" name=""/>
        <dsp:cNvSpPr/>
      </dsp:nvSpPr>
      <dsp:spPr>
        <a:xfrm>
          <a:off x="0" y="3821158"/>
          <a:ext cx="10630728" cy="535500"/>
        </a:xfrm>
        <a:prstGeom prst="rect">
          <a:avLst/>
        </a:prstGeom>
        <a:solidFill>
          <a:schemeClr val="accent2">
            <a:lumMod val="20000"/>
            <a:lumOff val="80000"/>
            <a:alpha val="90000"/>
          </a:schemeClr>
        </a:solidFill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063" tIns="208280" rIns="825063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400" kern="1200" dirty="0"/>
            <a:t>Based on the steps above, </a:t>
          </a:r>
          <a:r>
            <a:rPr lang="da-DK" sz="1400" b="1" kern="1200" dirty="0"/>
            <a:t>choose</a:t>
          </a:r>
          <a:r>
            <a:rPr lang="da-DK" sz="1400" kern="1200" dirty="0"/>
            <a:t> your primary and secondary (if any) data sites. </a:t>
          </a:r>
        </a:p>
      </dsp:txBody>
      <dsp:txXfrm>
        <a:off x="0" y="3821158"/>
        <a:ext cx="10630728" cy="535500"/>
      </dsp:txXfrm>
    </dsp:sp>
    <dsp:sp modelId="{F2E9DE67-6A84-4EFF-B89B-7C2AC080663C}">
      <dsp:nvSpPr>
        <dsp:cNvPr id="0" name=""/>
        <dsp:cNvSpPr/>
      </dsp:nvSpPr>
      <dsp:spPr>
        <a:xfrm>
          <a:off x="531536" y="3544520"/>
          <a:ext cx="2830154" cy="4242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271" tIns="0" rIns="28127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kern="1200" dirty="0"/>
            <a:t>4. Data site selection</a:t>
          </a:r>
        </a:p>
      </dsp:txBody>
      <dsp:txXfrm>
        <a:off x="552246" y="3565230"/>
        <a:ext cx="2788734" cy="382817"/>
      </dsp:txXfrm>
    </dsp:sp>
    <dsp:sp modelId="{2869B3F9-C2F8-4C37-9CB8-709A647241B2}">
      <dsp:nvSpPr>
        <dsp:cNvPr id="0" name=""/>
        <dsp:cNvSpPr/>
      </dsp:nvSpPr>
      <dsp:spPr>
        <a:xfrm>
          <a:off x="0" y="4688145"/>
          <a:ext cx="10630728" cy="740250"/>
        </a:xfrm>
        <a:prstGeom prst="rect">
          <a:avLst/>
        </a:prstGeom>
        <a:solidFill>
          <a:schemeClr val="accent2">
            <a:lumMod val="20000"/>
            <a:lumOff val="80000"/>
            <a:alpha val="90000"/>
          </a:schemeClr>
        </a:solidFill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063" tIns="208280" rIns="825063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400" kern="1200" dirty="0"/>
            <a:t>Based on your work above, revisit your RQ. Are there any </a:t>
          </a:r>
          <a:r>
            <a:rPr lang="da-DK" sz="1400" b="1" kern="1200" dirty="0"/>
            <a:t>adjustments</a:t>
          </a:r>
          <a:r>
            <a:rPr lang="da-DK" sz="1400" kern="1200" dirty="0"/>
            <a:t> you need to make, different theoretical lenses to consider?</a:t>
          </a:r>
        </a:p>
      </dsp:txBody>
      <dsp:txXfrm>
        <a:off x="0" y="4688145"/>
        <a:ext cx="10630728" cy="740250"/>
      </dsp:txXfrm>
    </dsp:sp>
    <dsp:sp modelId="{221EC935-6D5A-4A66-956D-90F63FE99F0D}">
      <dsp:nvSpPr>
        <dsp:cNvPr id="0" name=""/>
        <dsp:cNvSpPr/>
      </dsp:nvSpPr>
      <dsp:spPr>
        <a:xfrm>
          <a:off x="531536" y="4410658"/>
          <a:ext cx="2848907" cy="3928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271" tIns="0" rIns="28127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kern="1200" dirty="0"/>
            <a:t>5. Revisit your RQ</a:t>
          </a:r>
        </a:p>
      </dsp:txBody>
      <dsp:txXfrm>
        <a:off x="550714" y="4429836"/>
        <a:ext cx="2810551" cy="354505"/>
      </dsp:txXfrm>
    </dsp:sp>
    <dsp:sp modelId="{13D6C2E3-A956-4211-A5FD-4BFB42F5EFA0}">
      <dsp:nvSpPr>
        <dsp:cNvPr id="0" name=""/>
        <dsp:cNvSpPr/>
      </dsp:nvSpPr>
      <dsp:spPr>
        <a:xfrm>
          <a:off x="0" y="5730311"/>
          <a:ext cx="10630728" cy="252000"/>
        </a:xfrm>
        <a:prstGeom prst="rect">
          <a:avLst/>
        </a:prstGeom>
        <a:solidFill>
          <a:schemeClr val="accent2">
            <a:lumMod val="20000"/>
            <a:lumOff val="80000"/>
            <a:alpha val="90000"/>
          </a:schemeClr>
        </a:solidFill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4005A9-101C-4E4C-888F-E61CE9B59780}">
      <dsp:nvSpPr>
        <dsp:cNvPr id="0" name=""/>
        <dsp:cNvSpPr/>
      </dsp:nvSpPr>
      <dsp:spPr>
        <a:xfrm>
          <a:off x="531536" y="5450169"/>
          <a:ext cx="3486868" cy="42774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271" tIns="0" rIns="28127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kern="1200" dirty="0"/>
            <a:t>6. Work on your milestone </a:t>
          </a:r>
        </a:p>
      </dsp:txBody>
      <dsp:txXfrm>
        <a:off x="552417" y="5471050"/>
        <a:ext cx="3445106" cy="3859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53" tIns="48326" rIns="96653" bIns="48326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53" tIns="48326" rIns="96653" bIns="48326" rtlCol="0"/>
          <a:lstStyle>
            <a:lvl1pPr algn="r">
              <a:defRPr sz="1300"/>
            </a:lvl1pPr>
          </a:lstStyle>
          <a:p>
            <a:fld id="{C68F9E11-F642-4BF2-B4DC-AF7D35EA7551}" type="datetimeFigureOut">
              <a:rPr lang="en-GB" smtClean="0"/>
              <a:t>22/04/2025</a:t>
            </a:fld>
            <a:endParaRPr lang="en-GB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53" tIns="48326" rIns="96653" bIns="48326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53" tIns="48326" rIns="96653" bIns="48326" rtlCol="0" anchor="b"/>
          <a:lstStyle>
            <a:lvl1pPr algn="r">
              <a:defRPr sz="1300"/>
            </a:lvl1pPr>
          </a:lstStyle>
          <a:p>
            <a:fld id="{7DA371A3-64EC-4735-8565-D99D782796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927141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024" userDrawn="1">
          <p15:clr>
            <a:srgbClr val="F26B43"/>
          </p15:clr>
        </p15:guide>
        <p15:guide id="2" pos="2304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53" tIns="48326" rIns="96653" bIns="48326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53" tIns="48326" rIns="96653" bIns="48326" rtlCol="0"/>
          <a:lstStyle>
            <a:lvl1pPr algn="r">
              <a:defRPr sz="1300"/>
            </a:lvl1pPr>
          </a:lstStyle>
          <a:p>
            <a:fld id="{CD72A38B-F9FA-4036-A084-652409E98F08}" type="datetimeFigureOut">
              <a:rPr lang="en-GB" smtClean="0"/>
              <a:t>22/04/2025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3" tIns="48326" rIns="96653" bIns="48326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53" tIns="48326" rIns="96653" bIns="4832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53" tIns="48326" rIns="96653" bIns="48326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53" tIns="48326" rIns="96653" bIns="48326" rtlCol="0" anchor="b"/>
          <a:lstStyle>
            <a:lvl1pPr algn="r">
              <a:defRPr sz="1300"/>
            </a:lvl1pPr>
          </a:lstStyle>
          <a:p>
            <a:fld id="{49436F85-577F-4A92-A47F-D540A2BCC8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091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024" userDrawn="1">
          <p15:clr>
            <a:srgbClr val="F26B43"/>
          </p15:clr>
        </p15:guide>
        <p15:guide id="2" pos="2304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181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5961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973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42261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9483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803B7-BC1C-0388-185A-92F80AFF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61E0A4BE-3C46-FBAF-EAB4-162081CF4A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15C838F4-A616-5745-868E-0AE79A281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4588106-13E9-DDEF-D626-965152895D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02039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922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hyperlink" Target="http://www.designguide.ku.dk/skabeloner/powerpoint/praesentationer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hyperlink" Target="https://designguide.ku.dk/skabeloner/powerpoint/praesentationer/" TargetMode="External"/><Relationship Id="rId4" Type="http://schemas.openxmlformats.org/officeDocument/2006/relationships/hyperlink" Target="https://image.ku.dk/shared/aZwD18034DnM3TYEw9XagEF6kxI6MLkV" TargetMode="External"/><Relationship Id="rId9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eal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/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gradFill flip="none"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61"/>
          <a:stretch/>
        </p:blipFill>
        <p:spPr>
          <a:xfrm>
            <a:off x="1733575" y="-6016"/>
            <a:ext cx="10465859" cy="6858000"/>
          </a:xfrm>
          <a:prstGeom prst="rect">
            <a:avLst/>
          </a:prstGeom>
        </p:spPr>
      </p:pic>
      <p:sp>
        <p:nvSpPr>
          <p:cNvPr id="20" name="Titel 2">
            <a:extLst>
              <a:ext uri="{FF2B5EF4-FFF2-40B4-BE49-F238E27FC236}">
                <a16:creationId xmlns:a16="http://schemas.microsoft.com/office/drawing/2014/main" id="{916BA171-A8D6-BD97-B474-75F02EF18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71092"/>
            <a:ext cx="5959476" cy="3895200"/>
          </a:xfrm>
          <a:blipFill>
            <a:blip r:embed="rId3"/>
            <a:stretch>
              <a:fillRect/>
            </a:stretch>
          </a:blipFill>
        </p:spPr>
        <p:txBody>
          <a:bodyPr lIns="540000" tIns="468000" rIns="360000" bIns="2340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0" name="Titel 1"/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2610941"/>
            <a:ext cx="4946649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15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53600"/>
            <a:ext cx="4946649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GB" dirty="0"/>
              <a:t>Name of speaker, UCPH unit, place and date</a:t>
            </a:r>
            <a:br>
              <a:rPr lang="en-GB" dirty="0"/>
            </a:br>
            <a:endParaRPr lang="en-GB" dirty="0"/>
          </a:p>
        </p:txBody>
      </p:sp>
      <p:sp>
        <p:nvSpPr>
          <p:cNvPr id="4" name="Pladsholder til dato 3" hidden="1"/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87CDEC9-7813-48C2-BD23-0A153399A904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5" name="Pladsholder til sidefod 4" hidden="1"/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6" name="Pladsholder til slidenummer 5" hidden="1"/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0682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eal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gradFill flip="none"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61"/>
          <a:stretch/>
        </p:blipFill>
        <p:spPr>
          <a:xfrm>
            <a:off x="1733575" y="-6016"/>
            <a:ext cx="10465859" cy="6858000"/>
          </a:xfrm>
          <a:prstGeom prst="rect">
            <a:avLst/>
          </a:prstGeom>
        </p:spPr>
      </p:pic>
      <p:sp>
        <p:nvSpPr>
          <p:cNvPr id="11" name="Titel 2">
            <a:extLst>
              <a:ext uri="{FF2B5EF4-FFF2-40B4-BE49-F238E27FC236}">
                <a16:creationId xmlns:a16="http://schemas.microsoft.com/office/drawing/2014/main" id="{F3CC8A4E-DD42-3359-871D-7365133722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691815"/>
            <a:ext cx="5959476" cy="5474035"/>
          </a:xfrm>
          <a:blipFill>
            <a:blip r:embed="rId3"/>
            <a:stretch>
              <a:fillRect/>
            </a:stretch>
          </a:blipFill>
        </p:spPr>
        <p:txBody>
          <a:bodyPr lIns="540000" tIns="468000" rIns="360000" bIns="3384000" anchor="b" anchorCtr="0">
            <a:noAutofit/>
          </a:bodyPr>
          <a:lstStyle>
            <a:lvl1pPr algn="l">
              <a:lnSpc>
                <a:spcPct val="9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master</a:t>
            </a:r>
          </a:p>
        </p:txBody>
      </p:sp>
      <p:sp>
        <p:nvSpPr>
          <p:cNvPr id="12" name="Titel 1"/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1020200"/>
            <a:ext cx="4946649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7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588964" y="3007285"/>
            <a:ext cx="4946648" cy="726435"/>
          </a:xfrm>
        </p:spPr>
        <p:txBody>
          <a:bodyPr rIns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38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53600"/>
            <a:ext cx="4946649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GB" dirty="0"/>
              <a:t>Name of speaker, UCPH unit, place and date</a:t>
            </a:r>
          </a:p>
        </p:txBody>
      </p:sp>
      <p:sp>
        <p:nvSpPr>
          <p:cNvPr id="4" name="Pladsholder til dato 3" hidden="1"/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CEF3AB0E-4513-4C69-8EBE-4D6BDD91BE1D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5" name="Pladsholder til sidefod 4" hidden="1"/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6" name="Pladsholder til slidenummer 5" hidden="1"/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1795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image small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lIns="1080000" tIns="0" rIns="6408000" anchor="ctr" anchorCtr="0"/>
          <a:lstStyle>
            <a:lvl1pPr marL="0" indent="0" algn="r">
              <a:buNone/>
              <a:defRPr sz="2400" b="1" i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  </a:t>
            </a:r>
          </a:p>
        </p:txBody>
      </p:sp>
      <p:sp>
        <p:nvSpPr>
          <p:cNvPr id="11" name="Titel 2">
            <a:extLst>
              <a:ext uri="{FF2B5EF4-FFF2-40B4-BE49-F238E27FC236}">
                <a16:creationId xmlns:a16="http://schemas.microsoft.com/office/drawing/2014/main" id="{A35AA5B6-111C-4735-AFC4-EBC2CB1BF4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3638" y="2271092"/>
            <a:ext cx="5948362" cy="3895200"/>
          </a:xfrm>
          <a:blipFill>
            <a:blip r:embed="rId3"/>
            <a:stretch>
              <a:fillRect/>
            </a:stretch>
          </a:blipFill>
        </p:spPr>
        <p:txBody>
          <a:bodyPr lIns="360000" tIns="468000" rIns="540000" bIns="2448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0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6622258" y="2610941"/>
            <a:ext cx="4962920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0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9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6622257" y="4053600"/>
            <a:ext cx="4979193" cy="899766"/>
          </a:xfrm>
        </p:spPr>
        <p:txBody>
          <a:bodyPr r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 baseline="0"/>
            </a:lvl1pPr>
          </a:lstStyle>
          <a:p>
            <a:pPr lvl="0"/>
            <a:r>
              <a:rPr lang="en-GB" dirty="0"/>
              <a:t>Name of speaker, UCPH unit, place and date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C7410B80-6B60-409E-8F34-1335F42385F9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9679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image lar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lIns="1080000" tIns="0" rIns="6408000" anchor="ctr" anchorCtr="0"/>
          <a:lstStyle>
            <a:lvl1pPr marL="0" indent="0" algn="r">
              <a:buNone/>
              <a:defRPr sz="2400" b="1" i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   </a:t>
            </a:r>
          </a:p>
        </p:txBody>
      </p:sp>
      <p:sp>
        <p:nvSpPr>
          <p:cNvPr id="17" name="Titel 2">
            <a:extLst>
              <a:ext uri="{FF2B5EF4-FFF2-40B4-BE49-F238E27FC236}">
                <a16:creationId xmlns:a16="http://schemas.microsoft.com/office/drawing/2014/main" id="{5841F5BD-07B0-188F-6A65-1A9CB91075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3638" y="691815"/>
            <a:ext cx="5948362" cy="5474035"/>
          </a:xfrm>
          <a:blipFill>
            <a:blip r:embed="rId3"/>
            <a:stretch>
              <a:fillRect/>
            </a:stretch>
          </a:blipFill>
        </p:spPr>
        <p:txBody>
          <a:bodyPr lIns="360000" tIns="468000" rIns="540000" bIns="3384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master</a:t>
            </a:r>
          </a:p>
        </p:txBody>
      </p:sp>
      <p:sp>
        <p:nvSpPr>
          <p:cNvPr id="12" name="Pladsholder til tekst 14">
            <a:extLst>
              <a:ext uri="{FF2B5EF4-FFF2-40B4-BE49-F238E27FC236}">
                <a16:creationId xmlns:a16="http://schemas.microsoft.com/office/drawing/2014/main" id="{7AF680B5-5F7B-7C42-BF08-E9B604FEDF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22257" y="4053600"/>
            <a:ext cx="4979193" cy="899766"/>
          </a:xfrm>
        </p:spPr>
        <p:txBody>
          <a:bodyPr rIns="0">
            <a:noAutofit/>
          </a:bodyPr>
          <a:lstStyle>
            <a:lvl1pPr marL="0" indent="0">
              <a:spcBef>
                <a:spcPts val="0"/>
              </a:spcBef>
              <a:buNone/>
              <a:defRPr sz="1800" b="0" i="0" baseline="0"/>
            </a:lvl1pPr>
          </a:lstStyle>
          <a:p>
            <a:pPr lvl="0"/>
            <a:r>
              <a:rPr lang="en-GB" dirty="0"/>
              <a:t>Name of speaker, UCPH unit, place and date</a:t>
            </a:r>
          </a:p>
        </p:txBody>
      </p:sp>
      <p:sp>
        <p:nvSpPr>
          <p:cNvPr id="13" name="Undertitel 2">
            <a:extLst>
              <a:ext uri="{FF2B5EF4-FFF2-40B4-BE49-F238E27FC236}">
                <a16:creationId xmlns:a16="http://schemas.microsoft.com/office/drawing/2014/main" id="{E8639E81-1331-644F-9855-3A9C253754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22257" y="3007285"/>
            <a:ext cx="4979193" cy="72643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 i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B7A6A120-00EE-3144-9AB3-0695A4240B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22257" y="1020200"/>
            <a:ext cx="4977606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0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10" name="Pladsholder til dato 3" hidden="1">
            <a:extLst>
              <a:ext uri="{FF2B5EF4-FFF2-40B4-BE49-F238E27FC236}">
                <a16:creationId xmlns:a16="http://schemas.microsoft.com/office/drawing/2014/main" id="{5D6F800E-E8DB-D1E9-A292-CDCB828E80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3E92B912-7182-47C1-804E-619A31A4FCBA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15" name="Pladsholder til sidefod 4" hidden="1">
            <a:extLst>
              <a:ext uri="{FF2B5EF4-FFF2-40B4-BE49-F238E27FC236}">
                <a16:creationId xmlns:a16="http://schemas.microsoft.com/office/drawing/2014/main" id="{75F96715-1FD5-51ED-7CC1-42E30D082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6" name="Pladsholder til slidenummer 5" hidden="1">
            <a:extLst>
              <a:ext uri="{FF2B5EF4-FFF2-40B4-BE49-F238E27FC236}">
                <a16:creationId xmlns:a16="http://schemas.microsoft.com/office/drawing/2014/main" id="{FF7B57F8-B201-8F25-4597-86F1EE0AF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9872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image small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lIns="6408000" tIns="0" rIns="72000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a-DK" sz="24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 Click icon to insert image</a:t>
            </a:r>
          </a:p>
        </p:txBody>
      </p:sp>
      <p:sp>
        <p:nvSpPr>
          <p:cNvPr id="13" name="Titel 2">
            <a:extLst>
              <a:ext uri="{FF2B5EF4-FFF2-40B4-BE49-F238E27FC236}">
                <a16:creationId xmlns:a16="http://schemas.microsoft.com/office/drawing/2014/main" id="{A98E7E85-8DE3-687D-4837-DB9872BFC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71092"/>
            <a:ext cx="5959476" cy="3895200"/>
          </a:xfrm>
          <a:blipFill>
            <a:blip r:embed="rId2"/>
            <a:stretch>
              <a:fillRect/>
            </a:stretch>
          </a:blipFill>
        </p:spPr>
        <p:txBody>
          <a:bodyPr lIns="540000" tIns="468000" rIns="360000" bIns="2340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2610941"/>
            <a:ext cx="4946649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26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42705"/>
            <a:ext cx="4983162" cy="899766"/>
          </a:xfrm>
        </p:spPr>
        <p:txBody>
          <a:bodyPr rIns="0">
            <a:noAutofit/>
          </a:bodyPr>
          <a:lstStyle>
            <a:lvl1pPr marL="0" indent="0"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GB" dirty="0"/>
              <a:t>Name of speaker, UCPH unit, place and date</a:t>
            </a:r>
          </a:p>
        </p:txBody>
      </p:sp>
      <p:sp>
        <p:nvSpPr>
          <p:cNvPr id="10" name="Pladsholder til dato 3" hidden="1">
            <a:extLst>
              <a:ext uri="{FF2B5EF4-FFF2-40B4-BE49-F238E27FC236}">
                <a16:creationId xmlns:a16="http://schemas.microsoft.com/office/drawing/2014/main" id="{1570F19F-11E9-F8A1-DCD4-0B2BD4223D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0B48D67-35C8-4020-A1D6-0C8ADDA28773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11" name="Pladsholder til sidefod 4" hidden="1">
            <a:extLst>
              <a:ext uri="{FF2B5EF4-FFF2-40B4-BE49-F238E27FC236}">
                <a16:creationId xmlns:a16="http://schemas.microsoft.com/office/drawing/2014/main" id="{B7D930ED-6F01-0E90-6740-D9E50AA5B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2" name="Pladsholder til slidenummer 5" hidden="1">
            <a:extLst>
              <a:ext uri="{FF2B5EF4-FFF2-40B4-BE49-F238E27FC236}">
                <a16:creationId xmlns:a16="http://schemas.microsoft.com/office/drawing/2014/main" id="{ADD5A7A0-1930-6FDD-F270-B46368D36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780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image lar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lIns="6408000" tIns="0" rIns="720000" anchor="ctr" anchorCtr="0"/>
          <a:lstStyle>
            <a:lvl1pPr marL="0" indent="0" algn="l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 Click icon to insert image</a:t>
            </a:r>
          </a:p>
        </p:txBody>
      </p:sp>
      <p:sp>
        <p:nvSpPr>
          <p:cNvPr id="16" name="Titel 2">
            <a:extLst>
              <a:ext uri="{FF2B5EF4-FFF2-40B4-BE49-F238E27FC236}">
                <a16:creationId xmlns:a16="http://schemas.microsoft.com/office/drawing/2014/main" id="{92A049D1-BE16-6369-9C11-6D9136DAE0D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691815"/>
            <a:ext cx="5959476" cy="5474035"/>
          </a:xfrm>
          <a:blipFill>
            <a:blip r:embed="rId2"/>
            <a:stretch>
              <a:fillRect/>
            </a:stretch>
          </a:blipFill>
        </p:spPr>
        <p:txBody>
          <a:bodyPr lIns="540000" tIns="468000" rIns="360000" bIns="3384000" anchor="b" anchorCtr="0">
            <a:noAutofit/>
          </a:bodyPr>
          <a:lstStyle>
            <a:lvl1pPr algn="l">
              <a:lnSpc>
                <a:spcPct val="9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master</a:t>
            </a:r>
          </a:p>
        </p:txBody>
      </p:sp>
      <p:sp>
        <p:nvSpPr>
          <p:cNvPr id="12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1020200"/>
            <a:ext cx="4946649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9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588962" y="3007285"/>
            <a:ext cx="4946649" cy="726435"/>
          </a:xfrm>
        </p:spPr>
        <p:txBody>
          <a:bodyPr rIns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11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2" y="4053600"/>
            <a:ext cx="4946650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GB" dirty="0"/>
              <a:t>Name of speaker, UCPH unit, place and date</a:t>
            </a:r>
          </a:p>
        </p:txBody>
      </p:sp>
      <p:sp>
        <p:nvSpPr>
          <p:cNvPr id="13" name="Pladsholder til dato 3" hidden="1">
            <a:extLst>
              <a:ext uri="{FF2B5EF4-FFF2-40B4-BE49-F238E27FC236}">
                <a16:creationId xmlns:a16="http://schemas.microsoft.com/office/drawing/2014/main" id="{B280A661-856C-E622-1331-CDB60AB086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AA184C17-0D97-45EE-A276-72DB9D1DF800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14" name="Pladsholder til sidefod 4" hidden="1">
            <a:extLst>
              <a:ext uri="{FF2B5EF4-FFF2-40B4-BE49-F238E27FC236}">
                <a16:creationId xmlns:a16="http://schemas.microsoft.com/office/drawing/2014/main" id="{82F7776B-57AF-971B-A75B-223AFE263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5" name="Pladsholder til slidenummer 5" hidden="1">
            <a:extLst>
              <a:ext uri="{FF2B5EF4-FFF2-40B4-BE49-F238E27FC236}">
                <a16:creationId xmlns:a16="http://schemas.microsoft.com/office/drawing/2014/main" id="{EFF41101-1901-1836-D8DB-6C08E169D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9081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620714"/>
            <a:ext cx="11012488" cy="863599"/>
          </a:xfrm>
        </p:spPr>
        <p:txBody>
          <a:bodyPr/>
          <a:lstStyle>
            <a:lvl1pPr>
              <a:defRPr b="0" i="0" baseline="0"/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 hasCustomPrompt="1"/>
          </p:nvPr>
        </p:nvSpPr>
        <p:spPr>
          <a:xfrm>
            <a:off x="588963" y="1628775"/>
            <a:ext cx="11012488" cy="46736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 marL="719138" indent="0">
              <a:buNone/>
              <a:defRPr/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3A1C7-DD72-4D8D-BF3E-76F5846F487C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6859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ntent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4"/>
            <a:ext cx="11012486" cy="865186"/>
          </a:xfrm>
        </p:spPr>
        <p:txBody>
          <a:bodyPr/>
          <a:lstStyle>
            <a:lvl1pPr>
              <a:defRPr b="0" i="0" baseline="0"/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8964" y="1628775"/>
            <a:ext cx="5356800" cy="46728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>
              <a:defRPr lang="da-DK" b="0" i="0" baseline="0" dirty="0" smtClean="0"/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endParaRPr lang="en-GB" dirty="0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 hasCustomPrompt="1"/>
          </p:nvPr>
        </p:nvSpPr>
        <p:spPr>
          <a:xfrm>
            <a:off x="6246000" y="1628776"/>
            <a:ext cx="5356800" cy="46728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 marL="719138" indent="0">
              <a:buNone/>
              <a:defRPr lang="da-DK" dirty="0" smtClean="0"/>
            </a:lvl4pPr>
            <a:lvl5pPr>
              <a:defRPr lang="da-DK" dirty="0"/>
            </a:lvl5pPr>
            <a:lvl8pPr marL="719138" indent="0">
              <a:buNone/>
              <a:defRPr/>
            </a:lvl8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0AFF4-87E7-419E-B750-6D026C569CC6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49679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4" userDrawn="1">
          <p15:clr>
            <a:srgbClr val="F26B43"/>
          </p15:clr>
        </p15:guide>
        <p15:guide id="2" pos="3746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6244651" y="1628775"/>
            <a:ext cx="5356800" cy="4672800"/>
          </a:xfrm>
          <a:solidFill>
            <a:schemeClr val="bg1">
              <a:lumMod val="75000"/>
            </a:schemeClr>
          </a:solidFill>
        </p:spPr>
        <p:txBody>
          <a:bodyPr lIns="360000" tIns="1080000" rIns="360000" anchor="ctr" anchorCtr="0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5" y="620712"/>
            <a:ext cx="11012486" cy="865187"/>
          </a:xfrm>
        </p:spPr>
        <p:txBody>
          <a:bodyPr/>
          <a:lstStyle>
            <a:lvl1pPr>
              <a:defRPr b="0" i="0" baseline="0"/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8964" y="1628775"/>
            <a:ext cx="5356800" cy="46728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>
              <a:defRPr lang="da-DK" dirty="0" smtClean="0"/>
            </a:lvl4pPr>
            <a:lvl5pPr>
              <a:defRPr lang="da-DK" dirty="0"/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C6CF5-B590-4B50-947D-85C7912CED52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7783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588963" y="1628775"/>
            <a:ext cx="11012487" cy="4673600"/>
          </a:xfrm>
          <a:solidFill>
            <a:schemeClr val="bg1">
              <a:lumMod val="75000"/>
            </a:schemeClr>
          </a:solidFill>
        </p:spPr>
        <p:txBody>
          <a:bodyPr lIns="0" tIns="1080000" rIns="0" anchor="ctr" anchorCtr="0"/>
          <a:lstStyle>
            <a:lvl1pPr marL="0" indent="0" algn="ctr">
              <a:buNone/>
              <a:defRPr sz="2400" b="0" i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2"/>
            <a:ext cx="11012486" cy="865187"/>
          </a:xfrm>
        </p:spPr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CAA63-F0F4-4FC5-BDD5-227D6B857FFB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9167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 baseline="0"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9DA81-CA58-4355-BC5F-CCA6953D3A65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09304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E9-C529-48C3-A002-19653D6E18BF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1545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dato 3" hidden="1">
            <a:extLst>
              <a:ext uri="{FF2B5EF4-FFF2-40B4-BE49-F238E27FC236}">
                <a16:creationId xmlns:a16="http://schemas.microsoft.com/office/drawing/2014/main" id="{619D26E9-5B2E-9EAD-7ADF-91C2F6F527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F77FE092-5734-40DD-9EFC-2CCC7B60E6C3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4" name="Pladsholder til sidefod 4" hidden="1">
            <a:extLst>
              <a:ext uri="{FF2B5EF4-FFF2-40B4-BE49-F238E27FC236}">
                <a16:creationId xmlns:a16="http://schemas.microsoft.com/office/drawing/2014/main" id="{8A951072-2ED2-FF27-14A1-979FCDF1E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5" name="Pladsholder til slidenummer 5" hidden="1">
            <a:extLst>
              <a:ext uri="{FF2B5EF4-FFF2-40B4-BE49-F238E27FC236}">
                <a16:creationId xmlns:a16="http://schemas.microsoft.com/office/drawing/2014/main" id="{E8D58753-B44C-E044-E735-982626059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7575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bullet lis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4"/>
            <a:ext cx="11012486" cy="1008062"/>
          </a:xfrm>
        </p:spPr>
        <p:txBody>
          <a:bodyPr tIns="154800"/>
          <a:lstStyle>
            <a:lvl1pPr>
              <a:defRPr sz="66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8964" y="2239315"/>
            <a:ext cx="5356800" cy="4063060"/>
          </a:xfrm>
        </p:spPr>
        <p:txBody>
          <a:bodyPr vert="horz" lIns="0" tIns="0" rIns="0" bIns="0" rtlCol="0">
            <a:noAutofit/>
          </a:bodyPr>
          <a:lstStyle>
            <a:lvl1pPr marL="363600" marR="0" indent="-363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da-DK" b="0" i="0" baseline="0" dirty="0" smtClean="0">
                <a:solidFill>
                  <a:schemeClr val="tx1"/>
                </a:solidFill>
              </a:defRPr>
            </a:lvl1pPr>
            <a:lvl2pPr>
              <a:defRPr lang="da-DK" b="0" i="0" baseline="0" dirty="0" smtClean="0">
                <a:solidFill>
                  <a:schemeClr val="tx1"/>
                </a:solidFill>
              </a:defRPr>
            </a:lvl2pPr>
            <a:lvl3pPr>
              <a:defRPr lang="da-DK" b="0" i="0" baseline="0" dirty="0" smtClean="0">
                <a:solidFill>
                  <a:schemeClr val="tx1"/>
                </a:solidFill>
              </a:defRPr>
            </a:lvl3pPr>
            <a:lvl4pPr marL="1072800" indent="-352800">
              <a:lnSpc>
                <a:spcPct val="90000"/>
              </a:lnSpc>
              <a:buFont typeface="Arial" panose="020B0604020202020204" pitchFamily="34" charset="0"/>
              <a:buChar char="•"/>
              <a:defRPr lang="da-DK" b="0" i="0" baseline="0" dirty="0" smtClean="0">
                <a:solidFill>
                  <a:schemeClr val="tx1"/>
                </a:solidFill>
              </a:defRPr>
            </a:lvl4pPr>
            <a:lvl5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5pPr>
            <a:lvl6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6pPr>
            <a:lvl7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7pPr>
            <a:lvl8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8pPr>
            <a:lvl9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9pPr>
          </a:lstStyle>
          <a:p>
            <a:pPr marL="363600" marR="0" lvl="0" indent="-363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  <p:sp>
        <p:nvSpPr>
          <p:cNvPr id="14" name="Pladsholder til indhold 3">
            <a:extLst>
              <a:ext uri="{FF2B5EF4-FFF2-40B4-BE49-F238E27FC236}">
                <a16:creationId xmlns:a16="http://schemas.microsoft.com/office/drawing/2014/main" id="{D13A21B6-F7F5-D15B-402D-6C21868F87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6000" y="2239315"/>
            <a:ext cx="5356800" cy="4063061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 marL="1072800" indent="-352800">
              <a:lnSpc>
                <a:spcPct val="90000"/>
              </a:lnSpc>
              <a:defRPr lang="da-DK" b="0" i="0" baseline="0" dirty="0" smtClean="0"/>
            </a:lvl3pPr>
            <a:lvl4pPr marL="1072800" indent="-352800">
              <a:lnSpc>
                <a:spcPct val="90000"/>
              </a:lnSpc>
              <a:buFont typeface="Arial" panose="020B0604020202020204" pitchFamily="34" charset="0"/>
              <a:buChar char="•"/>
              <a:defRPr lang="da-DK" dirty="0" smtClean="0"/>
            </a:lvl4pPr>
            <a:lvl5pPr marL="1072800" indent="-352800">
              <a:lnSpc>
                <a:spcPct val="90000"/>
              </a:lnSpc>
              <a:defRPr lang="da-DK" dirty="0"/>
            </a:lvl5pPr>
            <a:lvl6pPr marL="1072800" indent="-352800">
              <a:lnSpc>
                <a:spcPct val="90000"/>
              </a:lnSpc>
              <a:defRPr/>
            </a:lvl6pPr>
            <a:lvl7pPr marL="1072800" indent="-352800">
              <a:lnSpc>
                <a:spcPct val="90000"/>
              </a:lnSpc>
              <a:defRPr/>
            </a:lvl7pPr>
            <a:lvl8pPr marL="1072800" indent="-352800">
              <a:lnSpc>
                <a:spcPct val="90000"/>
              </a:lnSpc>
              <a:buFont typeface="Arial" panose="020B0604020202020204" pitchFamily="34" charset="0"/>
              <a:buChar char="•"/>
              <a:defRPr/>
            </a:lvl8pPr>
            <a:lvl9pPr marL="1072800" indent="-352800">
              <a:lnSpc>
                <a:spcPct val="90000"/>
              </a:lnSpc>
              <a:defRPr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56D57-3DB7-4BC8-A2DB-94CF81A9CB6E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C25972C5-CAD7-9DDE-E435-195811719418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4263816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934" userDrawn="1">
          <p15:clr>
            <a:srgbClr val="F26B43"/>
          </p15:clr>
        </p15:guide>
        <p15:guide id="2" pos="3746" userDrawn="1">
          <p15:clr>
            <a:srgbClr val="F26B43"/>
          </p15:clr>
        </p15:guide>
        <p15:guide id="3" orient="horz" pos="1410" userDrawn="1">
          <p15:clr>
            <a:srgbClr val="F26B43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one bullet li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620714"/>
            <a:ext cx="11012488" cy="863599"/>
          </a:xfrm>
        </p:spPr>
        <p:txBody>
          <a:bodyPr/>
          <a:lstStyle>
            <a:lvl1pPr>
              <a:defRPr sz="3200" b="1" i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" name="Pladsholder til indhold 3"/>
          <p:cNvSpPr>
            <a:spLocks noGrp="1"/>
          </p:cNvSpPr>
          <p:nvPr>
            <p:ph idx="1" hasCustomPrompt="1"/>
          </p:nvPr>
        </p:nvSpPr>
        <p:spPr>
          <a:xfrm>
            <a:off x="588963" y="1628775"/>
            <a:ext cx="11012488" cy="4673600"/>
          </a:xfrm>
        </p:spPr>
        <p:txBody>
          <a:bodyPr vert="horz" lIns="0" tIns="0" rIns="0" bIns="0" rtlCol="0"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lang="da-DK" sz="3200" b="0" i="0" baseline="0" dirty="0" smtClean="0">
                <a:solidFill>
                  <a:schemeClr val="tx1"/>
                </a:solidFill>
              </a:defRPr>
            </a:lvl1pPr>
            <a:lvl2pPr>
              <a:defRPr lang="da-DK" b="0" i="0" baseline="0" dirty="0" smtClean="0">
                <a:solidFill>
                  <a:schemeClr val="tx1"/>
                </a:solidFill>
              </a:defRPr>
            </a:lvl2pPr>
            <a:lvl3pPr>
              <a:defRPr lang="da-DK" b="0" i="0" baseline="0" dirty="0" smtClean="0">
                <a:solidFill>
                  <a:schemeClr val="tx1"/>
                </a:solidFill>
              </a:defRPr>
            </a:lvl3pPr>
            <a:lvl4pPr marL="1072800" indent="-352800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7E155-B3B2-4F40-8BCC-293BB00119F0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17488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kstfelt 8">
            <a:extLst>
              <a:ext uri="{FF2B5EF4-FFF2-40B4-BE49-F238E27FC236}">
                <a16:creationId xmlns:a16="http://schemas.microsoft.com/office/drawing/2014/main" id="{3E866D85-79EE-184D-80E1-3ED545621736}"/>
              </a:ext>
            </a:extLst>
          </p:cNvPr>
          <p:cNvSpPr txBox="1"/>
          <p:nvPr userDrawn="1"/>
        </p:nvSpPr>
        <p:spPr>
          <a:xfrm>
            <a:off x="421280" y="612884"/>
            <a:ext cx="1167618" cy="87142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15000" b="1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11" name="Pladsholder til tekst 9">
            <a:extLst>
              <a:ext uri="{FF2B5EF4-FFF2-40B4-BE49-F238E27FC236}">
                <a16:creationId xmlns:a16="http://schemas.microsoft.com/office/drawing/2014/main" id="{1B53F7DA-513D-4E4A-A901-E83A56F29A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963" y="1628775"/>
            <a:ext cx="11012487" cy="4114799"/>
          </a:xfrm>
          <a:noFill/>
        </p:spPr>
        <p:txBody>
          <a:bodyPr lIns="0" tIns="0" rIns="0" bIns="0"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2" name="Pladsholder til tekst 14">
            <a:extLst>
              <a:ext uri="{FF2B5EF4-FFF2-40B4-BE49-F238E27FC236}">
                <a16:creationId xmlns:a16="http://schemas.microsoft.com/office/drawing/2014/main" id="{E095D626-8544-1B49-AD85-894AF40118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0400" y="5934971"/>
            <a:ext cx="11012400" cy="367404"/>
          </a:xfrm>
        </p:spPr>
        <p:txBody>
          <a:bodyPr anchor="b" anchorCtr="0">
            <a:noAutofit/>
          </a:bodyPr>
          <a:lstStyle>
            <a:lvl1pPr marL="0" indent="0">
              <a:spcBef>
                <a:spcPts val="500"/>
              </a:spcBef>
              <a:buNone/>
              <a:defRPr sz="24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Name, source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6FFEE-7291-41CA-94F0-06CC360B501E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98684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06056-13C4-B341-9D8B-68EA383036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527812"/>
            <a:ext cx="12192000" cy="955506"/>
          </a:xfrm>
          <a:noFill/>
        </p:spPr>
        <p:txBody>
          <a:bodyPr anchor="b" anchorCtr="0"/>
          <a:lstStyle>
            <a:lvl1pPr marL="0" indent="0" algn="ctr">
              <a:buFontTx/>
              <a:buNone/>
              <a:defRPr sz="66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FA67884-B97F-CB46-AABC-75F5273BB9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3559852"/>
            <a:ext cx="12192000" cy="955506"/>
          </a:xfrm>
          <a:noFill/>
        </p:spPr>
        <p:txBody>
          <a:bodyPr/>
          <a:lstStyle>
            <a:lvl1pPr marL="0" indent="0" algn="ctr">
              <a:buFontTx/>
              <a:buNone/>
              <a:defRPr sz="66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605E5-4037-4CB4-8857-797E3181199E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5453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DF7CB8-A29D-FD7D-E01C-9FA290029336}"/>
              </a:ext>
            </a:extLst>
          </p:cNvPr>
          <p:cNvSpPr>
            <a:spLocks noGrp="1" noChangeAspect="1"/>
          </p:cNvSpPr>
          <p:nvPr>
            <p:ph type="body" sz="quarter" idx="38" hasCustomPrompt="1"/>
          </p:nvPr>
        </p:nvSpPr>
        <p:spPr>
          <a:xfrm>
            <a:off x="593043" y="992701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spcBef>
                <a:spcPts val="0"/>
              </a:spcBef>
              <a:buNone/>
              <a:defRPr sz="6000" b="1"/>
            </a:lvl1pPr>
          </a:lstStyle>
          <a:p>
            <a:pPr lvl="0"/>
            <a:r>
              <a:rPr lang="en-GB" dirty="0"/>
              <a:t>1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0999F43-7DCD-0386-4C37-C66F637D75F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35309" y="992701"/>
            <a:ext cx="3590534" cy="1162800"/>
          </a:xfrm>
        </p:spPr>
        <p:txBody>
          <a:bodyPr anchor="ctr" anchorCtr="0"/>
          <a:lstStyle>
            <a:lvl1pPr marL="0" indent="0">
              <a:spcBef>
                <a:spcPts val="0"/>
              </a:spcBef>
              <a:buNone/>
              <a:defRPr sz="2800" b="1"/>
            </a:lvl1pPr>
            <a:lvl2pPr marL="0" indent="0">
              <a:buNone/>
              <a:defRPr sz="2800" b="1"/>
            </a:lvl2pPr>
            <a:lvl3pPr marL="0" indent="0">
              <a:buNone/>
              <a:defRPr sz="2800" b="1"/>
            </a:lvl3pPr>
            <a:lvl4pPr marL="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A0FE321-409A-CB41-0D2F-3A239A66393D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6092802" y="911224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en-GB" dirty="0"/>
              <a:t>2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85D9037-4808-3FB4-8291-164C228C83E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438265" y="911224"/>
            <a:ext cx="3705822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4F98610-1AA8-ED76-CB97-422A1761A39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272868" y="2409825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en-GB" dirty="0"/>
              <a:t>3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4C99C31-A019-EB05-99AD-9B5C4892C3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20656" y="2409825"/>
            <a:ext cx="3113087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buNone/>
              <a:defRPr sz="2800" b="1"/>
            </a:lvl2pPr>
            <a:lvl3pPr marL="0" indent="0">
              <a:buNone/>
              <a:defRPr sz="2800" b="1"/>
            </a:lvl3pPr>
            <a:lvl4pPr marL="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A112A83-1D6E-E31B-3869-56E056FE8E0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188200" y="2970213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en-GB" dirty="0"/>
              <a:t>4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5507CD6-BB87-26DA-1CB3-C86DBC2ACD1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535988" y="2970213"/>
            <a:ext cx="3065462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2EED4611-1BCD-13B0-4F45-DAEAB352902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458913" y="4498975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en-GB" dirty="0"/>
              <a:t>5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3B6A4E6-E617-BAD1-0112-A96754231B6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814435" y="4498975"/>
            <a:ext cx="2938665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0135649F-22C1-794A-F31C-7DC6EA04B2E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72225" y="5138044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en-GB" dirty="0"/>
              <a:t>6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35999C3D-9DB2-8B28-1D0E-EDC2C950F68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20013" y="5138044"/>
            <a:ext cx="3343275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6358A-2DC4-4F2F-8E7D-103EA35B9B05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7268BAA3-AF98-A946-16EB-29ED74D4E93C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text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27843420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31C0A-0AE6-40F5-B2BE-07BBDDFFCCC2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56C2CA-F7BC-1643-99E7-A7AF34D16F06}"/>
              </a:ext>
            </a:extLst>
          </p:cNvPr>
          <p:cNvSpPr txBox="1"/>
          <p:nvPr userDrawn="1"/>
        </p:nvSpPr>
        <p:spPr>
          <a:xfrm>
            <a:off x="-1219200" y="-222738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sz="4800" b="1" dirty="0">
              <a:solidFill>
                <a:prstClr val="white"/>
              </a:solidFill>
              <a:latin typeface="Microsoft New Tai L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392B83-0AC6-A343-9007-FC3430F06E87}"/>
              </a:ext>
            </a:extLst>
          </p:cNvPr>
          <p:cNvSpPr txBox="1"/>
          <p:nvPr userDrawn="1"/>
        </p:nvSpPr>
        <p:spPr>
          <a:xfrm>
            <a:off x="4531540" y="2322414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sz="4800" b="1" dirty="0">
              <a:solidFill>
                <a:prstClr val="white"/>
              </a:solidFill>
              <a:latin typeface="Microsoft New Tai Lue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0ACD76-9286-81DA-B95A-33C567818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3" y="620712"/>
            <a:ext cx="11012488" cy="864859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79DDD350-47B3-3DAF-DDC1-39725F8B959E}"/>
              </a:ext>
            </a:extLst>
          </p:cNvPr>
          <p:cNvSpPr>
            <a:spLocks noGrp="1" noChangeAspect="1"/>
          </p:cNvSpPr>
          <p:nvPr>
            <p:ph type="body" sz="quarter" idx="38" hasCustomPrompt="1"/>
          </p:nvPr>
        </p:nvSpPr>
        <p:spPr>
          <a:xfrm>
            <a:off x="1478044" y="1850705"/>
            <a:ext cx="701479" cy="701479"/>
          </a:xfrm>
          <a:prstGeom prst="ellipse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D6F92D26-3C4A-BE86-A701-D767C111FE07}"/>
              </a:ext>
            </a:extLst>
          </p:cNvPr>
          <p:cNvSpPr>
            <a:spLocks noGrp="1" noChangeAspect="1"/>
          </p:cNvSpPr>
          <p:nvPr>
            <p:ph type="body" sz="quarter" idx="39" hasCustomPrompt="1"/>
          </p:nvPr>
        </p:nvSpPr>
        <p:spPr>
          <a:xfrm>
            <a:off x="5358802" y="2416707"/>
            <a:ext cx="701479" cy="701479"/>
          </a:xfrm>
          <a:prstGeom prst="ellipse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76900F8-7802-5F50-6A9A-E75ED0B3EC0B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2869616" y="3779962"/>
            <a:ext cx="701479" cy="701479"/>
          </a:xfrm>
          <a:prstGeom prst="ellipse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246C4547-72A6-0EEC-A5AF-48DBCE377E13}"/>
              </a:ext>
            </a:extLst>
          </p:cNvPr>
          <p:cNvSpPr>
            <a:spLocks noGrp="1" noChangeAspect="1"/>
          </p:cNvSpPr>
          <p:nvPr>
            <p:ph type="body" sz="quarter" idx="41" hasCustomPrompt="1"/>
          </p:nvPr>
        </p:nvSpPr>
        <p:spPr>
          <a:xfrm>
            <a:off x="7101336" y="4168447"/>
            <a:ext cx="701479" cy="701479"/>
          </a:xfrm>
          <a:prstGeom prst="ellipse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C0FCDE3-3080-15ED-F757-BF51628B67D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88964" y="5623418"/>
            <a:ext cx="11012486" cy="678958"/>
          </a:xfrm>
        </p:spPr>
        <p:txBody>
          <a:bodyPr anchor="b" anchorCtr="0"/>
          <a:lstStyle>
            <a:lvl1pPr marL="0" indent="0" algn="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1pPr>
            <a:lvl2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5pPr>
            <a:lvl6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6pPr>
            <a:lvl7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7pPr>
            <a:lvl8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8pPr>
            <a:lvl9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9pPr>
          </a:lstStyle>
          <a:p>
            <a:pPr lvl="0"/>
            <a:r>
              <a:rPr lang="en-GB" dirty="0"/>
              <a:t>...click to add text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74B0C9B8-9199-DB66-C3E1-5BCBE19EE6D9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1720734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9757" y="842657"/>
            <a:ext cx="11012486" cy="1141268"/>
          </a:xfrm>
        </p:spPr>
        <p:txBody>
          <a:bodyPr/>
          <a:lstStyle>
            <a:lvl1pPr>
              <a:lnSpc>
                <a:spcPct val="90000"/>
              </a:lnSpc>
              <a:defRPr sz="66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04BF0-D8E1-4F2B-93CC-979CEA6D24DC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Pladsholder til billede 9">
            <a:extLst>
              <a:ext uri="{FF2B5EF4-FFF2-40B4-BE49-F238E27FC236}">
                <a16:creationId xmlns:a16="http://schemas.microsoft.com/office/drawing/2014/main" id="{EE1B35E0-A5B1-1748-D054-2575D7411CC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402571">
            <a:off x="985914" y="2449156"/>
            <a:ext cx="4115489" cy="2817262"/>
          </a:xfrm>
          <a:solidFill>
            <a:schemeClr val="bg1">
              <a:lumMod val="65000"/>
            </a:schemeClr>
          </a:solidFill>
          <a:ln w="146050" cap="flat">
            <a:solidFill>
              <a:schemeClr val="bg1"/>
            </a:solidFill>
            <a:miter lim="800000"/>
          </a:ln>
        </p:spPr>
        <p:txBody>
          <a:bodyPr lIns="0" tIns="1080000" rIns="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9" name="Pladsholder til billede 9">
            <a:extLst>
              <a:ext uri="{FF2B5EF4-FFF2-40B4-BE49-F238E27FC236}">
                <a16:creationId xmlns:a16="http://schemas.microsoft.com/office/drawing/2014/main" id="{E815A343-B052-E851-8FDF-17976A3957D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 rot="533356">
            <a:off x="5893725" y="2510306"/>
            <a:ext cx="5462634" cy="3596788"/>
          </a:xfrm>
          <a:solidFill>
            <a:schemeClr val="bg1">
              <a:lumMod val="65000"/>
            </a:schemeClr>
          </a:solidFill>
          <a:ln w="146050" cap="flat">
            <a:solidFill>
              <a:schemeClr val="bg1"/>
            </a:solidFill>
            <a:miter lim="800000"/>
          </a:ln>
        </p:spPr>
        <p:txBody>
          <a:bodyPr lIns="360000" tIns="1080000" rIns="36000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5F33A7-1D81-AB36-A3BB-FC35AF2B3579}"/>
              </a:ext>
            </a:extLst>
          </p:cNvPr>
          <p:cNvSpPr txBox="1"/>
          <p:nvPr userDrawn="1"/>
        </p:nvSpPr>
        <p:spPr>
          <a:xfrm>
            <a:off x="0" y="-310243"/>
            <a:ext cx="6825343" cy="3102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sz="4800" b="1" dirty="0">
              <a:solidFill>
                <a:prstClr val="white"/>
              </a:solidFill>
              <a:latin typeface="Microsoft New Tai Lue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B102B45B-BE10-0955-7D2B-71607E79FE0D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tx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tx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tx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tx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42610652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1AEF5-DA42-43EF-A242-666F8724E00E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Pladsholder til billede 9">
            <a:extLst>
              <a:ext uri="{FF2B5EF4-FFF2-40B4-BE49-F238E27FC236}">
                <a16:creationId xmlns:a16="http://schemas.microsoft.com/office/drawing/2014/main" id="{EE1B35E0-A5B1-1748-D054-2575D7411CC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9757" y="2890520"/>
            <a:ext cx="3433685" cy="3403600"/>
          </a:xfrm>
          <a:solidFill>
            <a:schemeClr val="bg1">
              <a:lumMod val="65000"/>
            </a:schemeClr>
          </a:solidFill>
          <a:ln w="76200" cap="flat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1188000" rIns="0" anchor="ctr" anchorCtr="1"/>
          <a:lstStyle>
            <a:lvl1pPr marL="0" indent="0" algn="ctr">
              <a:buNone/>
              <a:defRPr sz="20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9" name="Pladsholder til billede 9">
            <a:extLst>
              <a:ext uri="{FF2B5EF4-FFF2-40B4-BE49-F238E27FC236}">
                <a16:creationId xmlns:a16="http://schemas.microsoft.com/office/drawing/2014/main" id="{E815A343-B052-E851-8FDF-17976A3957D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52160" y="612233"/>
            <a:ext cx="5749290" cy="5681887"/>
          </a:xfrm>
          <a:solidFill>
            <a:schemeClr val="bg1">
              <a:lumMod val="75000"/>
            </a:schemeClr>
          </a:solidFill>
          <a:ln w="76200" cap="flat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0" tIns="1080000" rIns="54000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10" name="Pladsholder til billede 9">
            <a:extLst>
              <a:ext uri="{FF2B5EF4-FFF2-40B4-BE49-F238E27FC236}">
                <a16:creationId xmlns:a16="http://schemas.microsoft.com/office/drawing/2014/main" id="{43FCB96B-CD6D-B9F3-A688-74E5893485C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855041" y="1961476"/>
            <a:ext cx="2336801" cy="2294929"/>
          </a:xfrm>
          <a:solidFill>
            <a:schemeClr val="bg1">
              <a:lumMod val="85000"/>
            </a:schemeClr>
          </a:solidFill>
          <a:ln w="76200" cap="flat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1188000" rIns="0" anchor="ctr" anchorCtr="1"/>
          <a:lstStyle>
            <a:lvl1pPr marL="0" indent="0" algn="ctr">
              <a:buNone/>
              <a:defRPr sz="18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                      to insert image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23C8CB-D006-2AF2-DF37-08254005FB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5" y="620713"/>
            <a:ext cx="4602877" cy="1008061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057143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text 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 rot="20891566">
            <a:off x="1018941" y="1976793"/>
            <a:ext cx="3832754" cy="3749640"/>
          </a:xfrm>
          <a:solidFill>
            <a:schemeClr val="tx1">
              <a:lumMod val="65000"/>
            </a:schemeClr>
          </a:solidFill>
          <a:ln w="146050" cap="flat">
            <a:solidFill>
              <a:schemeClr val="tx1"/>
            </a:solidFill>
            <a:miter lim="800000"/>
          </a:ln>
        </p:spPr>
        <p:txBody>
          <a:bodyPr lIns="0" tIns="1224000" rIns="0" anchor="ctr" anchorCtr="1"/>
          <a:lstStyle>
            <a:lvl1pPr marL="0" indent="0" algn="ctr">
              <a:buNone/>
              <a:defRPr sz="240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5" y="620712"/>
            <a:ext cx="11012486" cy="865187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783580" y="2097067"/>
            <a:ext cx="5817869" cy="4205308"/>
          </a:xfrm>
        </p:spPr>
        <p:txBody>
          <a:bodyPr vert="horz" lIns="0" tIns="0" rIns="0" bIns="0" rtlCol="0">
            <a:noAutofit/>
          </a:bodyPr>
          <a:lstStyle>
            <a:lvl1pPr>
              <a:defRPr lang="da-DK" sz="3600" b="1" dirty="0" smtClean="0">
                <a:solidFill>
                  <a:schemeClr val="tx1"/>
                </a:solidFill>
              </a:defRPr>
            </a:lvl1pPr>
            <a:lvl2pPr>
              <a:defRPr lang="da-DK" sz="3200" b="1" dirty="0" smtClean="0">
                <a:solidFill>
                  <a:schemeClr val="tx1"/>
                </a:solidFill>
              </a:defRPr>
            </a:lvl2pPr>
            <a:lvl3pPr>
              <a:defRPr lang="da-DK" sz="2400" b="1" dirty="0" smtClean="0">
                <a:solidFill>
                  <a:schemeClr val="tx1"/>
                </a:solidFill>
              </a:defRPr>
            </a:lvl3pPr>
            <a:lvl4pPr>
              <a:defRPr lang="da-DK" b="1" dirty="0" smtClean="0">
                <a:solidFill>
                  <a:schemeClr val="tx1"/>
                </a:solidFill>
              </a:defRPr>
            </a:lvl4pPr>
            <a:lvl5pPr>
              <a:defRPr lang="da-DK" b="1" dirty="0">
                <a:solidFill>
                  <a:schemeClr val="tx1"/>
                </a:solidFill>
              </a:defRPr>
            </a:lvl5pPr>
            <a:lvl6pPr>
              <a:defRPr b="1">
                <a:solidFill>
                  <a:schemeClr val="tx1"/>
                </a:solidFill>
              </a:defRPr>
            </a:lvl6pPr>
            <a:lvl7pPr>
              <a:defRPr b="1">
                <a:solidFill>
                  <a:schemeClr val="tx1"/>
                </a:solidFill>
              </a:defRPr>
            </a:lvl7pPr>
            <a:lvl8pPr>
              <a:defRPr b="1">
                <a:solidFill>
                  <a:schemeClr val="tx1"/>
                </a:solidFill>
              </a:defRPr>
            </a:lvl8pPr>
            <a:lvl9pPr>
              <a:defRPr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4D942-F669-4B86-A8C0-D9B2B81B0892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0968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text le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 rot="496878">
            <a:off x="6504534" y="1615672"/>
            <a:ext cx="4653097" cy="4640373"/>
          </a:xfrm>
          <a:solidFill>
            <a:schemeClr val="bg1">
              <a:lumMod val="65000"/>
            </a:schemeClr>
          </a:solidFill>
          <a:ln w="146050" cap="flat">
            <a:solidFill>
              <a:schemeClr val="bg1"/>
            </a:solidFill>
            <a:miter lim="800000"/>
          </a:ln>
        </p:spPr>
        <p:txBody>
          <a:bodyPr lIns="0" tIns="1188000" rIns="0" anchor="ctr" anchorCtr="1"/>
          <a:lstStyle>
            <a:lvl1pPr marL="0" indent="0" algn="ctr">
              <a:buNone/>
              <a:defRPr sz="2400" b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16BDF-EFEA-4E54-AFAA-6CBC960E115F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44AE573B-1000-D841-B8B4-F927523899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5" y="620712"/>
            <a:ext cx="11012486" cy="86518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11" name="Pladsholder til indhold 2">
            <a:extLst>
              <a:ext uri="{FF2B5EF4-FFF2-40B4-BE49-F238E27FC236}">
                <a16:creationId xmlns:a16="http://schemas.microsoft.com/office/drawing/2014/main" id="{9B691B69-65AA-9748-80BF-996C89344BB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8963" y="2097067"/>
            <a:ext cx="5818682" cy="4205308"/>
          </a:xfrm>
        </p:spPr>
        <p:txBody>
          <a:bodyPr vert="horz" lIns="0" tIns="0" rIns="0" bIns="0" rtlCol="0">
            <a:noAutofit/>
          </a:bodyPr>
          <a:lstStyle>
            <a:lvl1pPr>
              <a:defRPr lang="da-DK" sz="3600" b="1" dirty="0" smtClean="0">
                <a:solidFill>
                  <a:schemeClr val="bg1"/>
                </a:solidFill>
              </a:defRPr>
            </a:lvl1pPr>
            <a:lvl2pPr>
              <a:defRPr lang="da-DK" sz="3200" b="1" dirty="0" smtClean="0">
                <a:solidFill>
                  <a:schemeClr val="bg1"/>
                </a:solidFill>
              </a:defRPr>
            </a:lvl2pPr>
            <a:lvl3pPr>
              <a:defRPr lang="da-DK" sz="2400" b="1" dirty="0" smtClean="0">
                <a:solidFill>
                  <a:schemeClr val="bg1"/>
                </a:solidFill>
              </a:defRPr>
            </a:lvl3pPr>
            <a:lvl4pPr>
              <a:defRPr lang="da-DK" dirty="0" smtClean="0"/>
            </a:lvl4pPr>
            <a:lvl5pPr>
              <a:defRPr lang="da-DK" dirty="0"/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10657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1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1080000" rIns="0" anchor="ctr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5" y="756000"/>
            <a:ext cx="6822000" cy="1065828"/>
          </a:xfrm>
          <a:solidFill>
            <a:schemeClr val="accent1">
              <a:alpha val="99950"/>
            </a:schemeClr>
          </a:solidFill>
        </p:spPr>
        <p:txBody>
          <a:bodyPr wrap="square" lIns="252000" tIns="216000" rIns="252000" bIns="108000">
            <a:spAutoFit/>
          </a:bodyPr>
          <a:lstStyle>
            <a:lvl1pPr>
              <a:spcAft>
                <a:spcPts val="600"/>
              </a:spcAft>
              <a:defRPr sz="4800" b="1" spc="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8C287-B704-438C-B343-690A01B06270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BC22F958-FB17-66E4-EB45-75E15E5E3F80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13174858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2628000" rIns="0" anchor="t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1" y="4962214"/>
            <a:ext cx="4173870" cy="1340161"/>
          </a:xfrm>
          <a:solidFill>
            <a:schemeClr val="accent4">
              <a:alpha val="99950"/>
            </a:schemeClr>
          </a:solidFill>
        </p:spPr>
        <p:txBody>
          <a:bodyPr wrap="square" lIns="252000" tIns="108000" rIns="252000" bIns="0" anchor="t" anchorCtr="0">
            <a:spAutoFit/>
          </a:bodyPr>
          <a:lstStyle>
            <a:lvl1pPr>
              <a:defRPr sz="4000" b="1" spc="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890E-EDEE-4951-9E59-2B47A691B898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E6BCCAFF-7E95-0536-8297-4959B0CA01D7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32004454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2628000" rIns="0" anchor="t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79450" y="4497883"/>
            <a:ext cx="6822000" cy="1065828"/>
          </a:xfrm>
          <a:solidFill>
            <a:schemeClr val="bg1">
              <a:alpha val="99950"/>
            </a:schemeClr>
          </a:solidFill>
        </p:spPr>
        <p:txBody>
          <a:bodyPr wrap="square" lIns="252000" tIns="216000" rIns="252000" bIns="108000">
            <a:spAutoFit/>
          </a:bodyPr>
          <a:lstStyle>
            <a:lvl1pPr>
              <a:defRPr sz="4800" b="1" spc="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61E5E-4B37-45FE-B788-8C1A12B79038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DA49A202-D2D5-25B6-2F32-60A741CCF725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20211859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1080000" rIns="0" anchor="ctr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1017402"/>
            <a:ext cx="11012487" cy="917513"/>
          </a:xfrm>
          <a:solidFill>
            <a:schemeClr val="bg2">
              <a:alpha val="99950"/>
            </a:schemeClr>
          </a:solidFill>
        </p:spPr>
        <p:txBody>
          <a:bodyPr wrap="square" lIns="180000" tIns="180000" rIns="180000" bIns="180000">
            <a:spAutoFit/>
          </a:bodyPr>
          <a:lstStyle>
            <a:lvl1pPr>
              <a:defRPr sz="3600" b="1" spc="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143FF-F8A7-4997-B6B7-3AECA1A4671D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342F60A0-C020-A529-4A95-65C8AC9FA2C2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17171692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2628000" rIns="0" anchor="t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4161995"/>
            <a:ext cx="11012487" cy="2140380"/>
          </a:xfrm>
          <a:solidFill>
            <a:schemeClr val="bg1">
              <a:alpha val="46000"/>
            </a:schemeClr>
          </a:solidFill>
        </p:spPr>
        <p:txBody>
          <a:bodyPr wrap="square" lIns="252000" tIns="108000" rIns="252000" bIns="0">
            <a:spAutoFit/>
          </a:bodyPr>
          <a:lstStyle>
            <a:lvl1pPr algn="ctr">
              <a:defRPr sz="66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         text...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8EDCF-94FF-45F8-A8F4-92A96DE1442E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0AC6CF46-91DC-976D-9F2D-0F1B85D185F4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573279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and commen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DE039-7D2B-4E95-9702-72689EC76C4F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7" name="?">
            <a:extLst>
              <a:ext uri="{FF2B5EF4-FFF2-40B4-BE49-F238E27FC236}">
                <a16:creationId xmlns:a16="http://schemas.microsoft.com/office/drawing/2014/main" id="{C9382B17-B390-C8C0-F5F8-7665434C718C}"/>
              </a:ext>
            </a:extLst>
          </p:cNvPr>
          <p:cNvSpPr/>
          <p:nvPr userDrawn="1"/>
        </p:nvSpPr>
        <p:spPr>
          <a:xfrm>
            <a:off x="3642413" y="900524"/>
            <a:ext cx="4787900" cy="5558804"/>
          </a:xfrm>
          <a:prstGeom prst="rect">
            <a:avLst/>
          </a:prstGeom>
        </p:spPr>
        <p:txBody>
          <a:bodyPr wrap="square" rtlCol="0" anchor="t" anchorCtr="0">
            <a:noAutofit/>
          </a:bodyPr>
          <a:lstStyle/>
          <a:p>
            <a:pPr algn="ctr">
              <a:lnSpc>
                <a:spcPct val="83000"/>
              </a:lnSpc>
            </a:pPr>
            <a:r>
              <a:rPr lang="en-GB" sz="59500" b="1" dirty="0">
                <a:solidFill>
                  <a:schemeClr val="tx1">
                    <a:alpha val="14559"/>
                  </a:schemeClr>
                </a:solidFill>
              </a:rPr>
              <a:t>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0714F6-6F11-9826-9767-37567B1EC5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9732" y="1628776"/>
            <a:ext cx="9461718" cy="3999626"/>
          </a:xfrm>
        </p:spPr>
        <p:txBody>
          <a:bodyPr anchor="ctr" anchorCtr="0"/>
          <a:lstStyle>
            <a:lvl1pPr>
              <a:lnSpc>
                <a:spcPct val="83000"/>
              </a:lnSpc>
              <a:defRPr sz="96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861DB2-11FB-99E1-B80B-1463133B9A24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tx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tx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tx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tx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30272847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ser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dsholder til dato 3" hidden="1">
            <a:extLst>
              <a:ext uri="{FF2B5EF4-FFF2-40B4-BE49-F238E27FC236}">
                <a16:creationId xmlns:a16="http://schemas.microsoft.com/office/drawing/2014/main" id="{79C6BA40-0A49-7673-45A9-7C4D3541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F41E5BF0-B32E-437F-85CE-ED205A76474C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23" name="Pladsholder til sidefod 4" hidden="1">
            <a:extLst>
              <a:ext uri="{FF2B5EF4-FFF2-40B4-BE49-F238E27FC236}">
                <a16:creationId xmlns:a16="http://schemas.microsoft.com/office/drawing/2014/main" id="{F4D4719E-1E3F-B75D-AF75-C575C79D6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24" name="Pladsholder til slidenummer 5" hidden="1">
            <a:extLst>
              <a:ext uri="{FF2B5EF4-FFF2-40B4-BE49-F238E27FC236}">
                <a16:creationId xmlns:a16="http://schemas.microsoft.com/office/drawing/2014/main" id="{9434FDBC-E923-AFC0-E942-C95672454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994A88-BF4A-BF39-B835-B0C753B4C19A}"/>
              </a:ext>
            </a:extLst>
          </p:cNvPr>
          <p:cNvSpPr txBox="1">
            <a:spLocks/>
          </p:cNvSpPr>
          <p:nvPr userDrawn="1"/>
        </p:nvSpPr>
        <p:spPr>
          <a:xfrm>
            <a:off x="588964" y="613649"/>
            <a:ext cx="11012486" cy="87992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GB" sz="3000" dirty="0">
                <a:solidFill>
                  <a:schemeClr val="tx1"/>
                </a:solidFill>
              </a:rPr>
              <a:t>User guide </a:t>
            </a:r>
            <a:r>
              <a:rPr lang="en-GB" sz="1800" dirty="0">
                <a:solidFill>
                  <a:schemeClr val="tx1"/>
                </a:solidFill>
              </a:rPr>
              <a:t>– delete before use</a:t>
            </a:r>
          </a:p>
        </p:txBody>
      </p:sp>
      <p:sp>
        <p:nvSpPr>
          <p:cNvPr id="18" name="Text Box 48">
            <a:extLst>
              <a:ext uri="{FF2B5EF4-FFF2-40B4-BE49-F238E27FC236}">
                <a16:creationId xmlns:a16="http://schemas.microsoft.com/office/drawing/2014/main" id="{91151374-92CC-87E1-F9AB-1D43CA0CBE4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7376" y="1640495"/>
            <a:ext cx="1750290" cy="3876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UCPH PowerPoint templates</a:t>
            </a:r>
            <a:b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When you open PowerPoint on your UCPH computer, </a:t>
            </a:r>
            <a:r>
              <a:rPr lang="en-GB" sz="800" kern="1200" dirty="0">
                <a:solidFill>
                  <a:schemeClr val="tx1"/>
                </a:solidFill>
                <a:effectLst/>
                <a:latin typeface="Arial" charset="0"/>
                <a:ea typeface="Calibri" panose="020F0502020204030204" pitchFamily="34" charset="0"/>
                <a:cs typeface="Times New Roman" panose="02020603050405020304" pitchFamily="18" charset="0"/>
              </a:rPr>
              <a:t>PowerPoint opens 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 template in 16:9 format with an English UCPH logo.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When you click on the UCPH tab in the toolbar, click "Select Template" to choose between templates</a:t>
            </a:r>
          </a:p>
          <a:p>
            <a:pPr marL="88900" indent="-88900" eaLnBrk="1" hangingPunct="1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 Danish and English </a:t>
            </a:r>
          </a:p>
          <a:p>
            <a:pPr marL="88900" indent="-88900" eaLnBrk="1" hangingPunct="1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 16:9 format</a:t>
            </a:r>
          </a:p>
          <a:p>
            <a:pPr marL="88900" indent="-88900" eaLnBrk="1" hangingPunct="1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 "full" or “small" versions (in the full version there is an example of each slide type in the left-hand window)</a:t>
            </a:r>
          </a:p>
          <a:p>
            <a:pPr marL="88900" indent="-88900" eaLnBrk="1" hangingPunct="1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as well as an example slide with text in English.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If you use a 'full' version, you must delete the slides you do not want to use.</a:t>
            </a:r>
            <a:b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Mac users and others can download PowerPoint templates at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800" dirty="0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www.designguide.ku.dk/skabeloner/powerpoint/praesentationer/</a:t>
            </a:r>
            <a:endParaRPr lang="en-GB" sz="800" dirty="0">
              <a:solidFill>
                <a:schemeClr val="accent4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Text Box 48">
            <a:extLst>
              <a:ext uri="{FF2B5EF4-FFF2-40B4-BE49-F238E27FC236}">
                <a16:creationId xmlns:a16="http://schemas.microsoft.com/office/drawing/2014/main" id="{CC1000A9-67B6-3DBE-1556-907DFA8F39D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570384" y="3966227"/>
            <a:ext cx="1755548" cy="1763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Insert your unit name (e.g. your department), page numbers and the date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Click on </a:t>
            </a: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Insert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in the top menu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Header and Footer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Fill in the fields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Apply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 all 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or </a:t>
            </a: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Apply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if it is only to be used on a single slide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The information goes on the right-hand side of the page in the grey top bar.</a:t>
            </a:r>
          </a:p>
        </p:txBody>
      </p:sp>
      <p:sp>
        <p:nvSpPr>
          <p:cNvPr id="30" name="Text Box 48">
            <a:extLst>
              <a:ext uri="{FF2B5EF4-FFF2-40B4-BE49-F238E27FC236}">
                <a16:creationId xmlns:a16="http://schemas.microsoft.com/office/drawing/2014/main" id="{57AF5228-50BD-AF36-C290-EB6F54DA4AE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7375" y="5688880"/>
            <a:ext cx="189959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Create a new slide (2010 + 2013 and 2016 version) </a:t>
            </a:r>
            <a:b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8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Home</a:t>
            </a:r>
          </a:p>
        </p:txBody>
      </p:sp>
      <p:pic>
        <p:nvPicPr>
          <p:cNvPr id="32" name="Billede 40">
            <a:extLst>
              <a:ext uri="{FF2B5EF4-FFF2-40B4-BE49-F238E27FC236}">
                <a16:creationId xmlns:a16="http://schemas.microsoft.com/office/drawing/2014/main" id="{47DEC83E-2557-C64A-8710-5E90C5500C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6944" r="2272" b="69429"/>
          <a:stretch/>
        </p:blipFill>
        <p:spPr>
          <a:xfrm>
            <a:off x="4157637" y="2896656"/>
            <a:ext cx="395416" cy="126627"/>
          </a:xfrm>
          <a:prstGeom prst="rect">
            <a:avLst/>
          </a:prstGeom>
        </p:spPr>
      </p:pic>
      <p:sp>
        <p:nvSpPr>
          <p:cNvPr id="34" name="Text Box 48">
            <a:extLst>
              <a:ext uri="{FF2B5EF4-FFF2-40B4-BE49-F238E27FC236}">
                <a16:creationId xmlns:a16="http://schemas.microsoft.com/office/drawing/2014/main" id="{296B2A40-51DD-3C24-64B4-9C261EFED2F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570384" y="2582327"/>
            <a:ext cx="1624241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Replace slide type</a:t>
            </a:r>
            <a:b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8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Home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</a:t>
            </a:r>
            <a:r>
              <a:rPr lang="en-GB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 </a:t>
            </a:r>
            <a:r>
              <a:rPr lang="en-GB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Layout</a:t>
            </a:r>
            <a:r>
              <a:rPr lang="en-GB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change the layout of your current slide.</a:t>
            </a:r>
          </a:p>
        </p:txBody>
      </p:sp>
      <p:sp>
        <p:nvSpPr>
          <p:cNvPr id="36" name="Text Box 48">
            <a:extLst>
              <a:ext uri="{FF2B5EF4-FFF2-40B4-BE49-F238E27FC236}">
                <a16:creationId xmlns:a16="http://schemas.microsoft.com/office/drawing/2014/main" id="{26A5352B-2D88-0049-FF68-7A3677982A2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570384" y="3315092"/>
            <a:ext cx="16346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Font</a:t>
            </a:r>
            <a:b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8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UCPH uses the font Microsoft New Tai Lue in PowerPoint.</a:t>
            </a:r>
            <a:endParaRPr lang="en-GB" altLang="da-DK" sz="8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8" name="Text Box 48">
            <a:extLst>
              <a:ext uri="{FF2B5EF4-FFF2-40B4-BE49-F238E27FC236}">
                <a16:creationId xmlns:a16="http://schemas.microsoft.com/office/drawing/2014/main" id="{F1FD1FCB-14AB-C8C8-E3B6-3A9C235434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39114" y="1627125"/>
            <a:ext cx="1634624" cy="2339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Gridliness and Guides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To see gridlines and guides</a:t>
            </a:r>
          </a:p>
          <a:p>
            <a:pPr marL="0" indent="0" eaLnBrk="1" hangingPunct="1">
              <a:lnSpc>
                <a:spcPct val="90000"/>
              </a:lnSpc>
              <a:spcAft>
                <a:spcPts val="600"/>
              </a:spcAft>
              <a:buNone/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Click on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View</a:t>
            </a:r>
          </a:p>
          <a:p>
            <a:pPr marL="0" indent="0" eaLnBrk="1" hangingPunct="1">
              <a:lnSpc>
                <a:spcPct val="90000"/>
              </a:lnSpc>
              <a:spcAft>
                <a:spcPts val="600"/>
              </a:spcAft>
              <a:buNone/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Select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Gridlines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and/or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Guides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To establish additional gridlines and guides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Hover the mouse over an existing gridline and click on the line (coordinates of the line are displayed)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Hold down the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CTRL key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while you move the location of the line (adds a new line).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Tip: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Press Alt + F9 for a rapid display of gridlines</a:t>
            </a:r>
          </a:p>
        </p:txBody>
      </p:sp>
      <p:sp>
        <p:nvSpPr>
          <p:cNvPr id="40" name="Text Box 48">
            <a:extLst>
              <a:ext uri="{FF2B5EF4-FFF2-40B4-BE49-F238E27FC236}">
                <a16:creationId xmlns:a16="http://schemas.microsoft.com/office/drawing/2014/main" id="{C4D76095-C685-6F22-B51D-0AFAF348C4C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28822" y="4141417"/>
            <a:ext cx="1634624" cy="2145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Insert picture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On layouts with picture placeholders: Click the icon and select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Insert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The text  ”Clik here to insert image” will not be visible in presentation mode.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You can find UCPH-images, which are adapted to and minimised to 16:9 format via this link: </a:t>
            </a:r>
            <a:b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https://image.ku.dk/shared/aZwD18034DnM3TYEw9XagEF6kxI6MLkV</a:t>
            </a:r>
            <a:endParaRPr lang="en-GB" sz="800" b="0" noProof="1">
              <a:solidFill>
                <a:schemeClr val="accent4"/>
              </a:solidFill>
              <a:latin typeface="+mj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Select slide show-view to activate the link.</a:t>
            </a:r>
          </a:p>
        </p:txBody>
      </p:sp>
      <p:sp>
        <p:nvSpPr>
          <p:cNvPr id="42" name="Text Box 48">
            <a:extLst>
              <a:ext uri="{FF2B5EF4-FFF2-40B4-BE49-F238E27FC236}">
                <a16:creationId xmlns:a16="http://schemas.microsoft.com/office/drawing/2014/main" id="{449B76C2-6958-26C2-DD52-28127622EE0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91561" y="1640495"/>
            <a:ext cx="1634624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Image sizes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The optimal picture size is: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16:9-format: 1.500 x 818 pixels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Save the images in 72 dpi and in "jpg medium quality"</a:t>
            </a:r>
          </a:p>
        </p:txBody>
      </p:sp>
      <p:sp>
        <p:nvSpPr>
          <p:cNvPr id="44" name="Text Box 48">
            <a:extLst>
              <a:ext uri="{FF2B5EF4-FFF2-40B4-BE49-F238E27FC236}">
                <a16:creationId xmlns:a16="http://schemas.microsoft.com/office/drawing/2014/main" id="{B1B679C7-F81E-AF72-3832-BC2B20AF81E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91561" y="2720006"/>
            <a:ext cx="1634624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Trimming pictures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. Click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Crop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to change the image focus/size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If you want to scale the picture, hold the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SHIFT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button down while dragging in the image corners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3.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Right-click on the picture and select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Send to back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Tip: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If you delete the picture and inserts a new, the picture may be in front of text and graphics. If this happens, you must select the image, right-click and select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Send to back</a:t>
            </a:r>
          </a:p>
        </p:txBody>
      </p:sp>
      <p:sp>
        <p:nvSpPr>
          <p:cNvPr id="46" name="Text Box 48">
            <a:extLst>
              <a:ext uri="{FF2B5EF4-FFF2-40B4-BE49-F238E27FC236}">
                <a16:creationId xmlns:a16="http://schemas.microsoft.com/office/drawing/2014/main" id="{DBC859E9-AAD9-582D-9CAB-53B97A96B2F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91561" y="4765322"/>
            <a:ext cx="1634624" cy="994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Template colors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You can choose between a range of colors for backgrounds and graphs.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Right-click on the surface of which you want to change the color and then click on the paint can icon</a:t>
            </a:r>
          </a:p>
        </p:txBody>
      </p:sp>
      <p:sp>
        <p:nvSpPr>
          <p:cNvPr id="48" name="Text Box 48">
            <a:extLst>
              <a:ext uri="{FF2B5EF4-FFF2-40B4-BE49-F238E27FC236}">
                <a16:creationId xmlns:a16="http://schemas.microsoft.com/office/drawing/2014/main" id="{5BDA7DE1-7BD9-6953-4F2C-C23FAB665D3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91561" y="5815137"/>
            <a:ext cx="16346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Further information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See</a:t>
            </a:r>
            <a:r>
              <a:rPr lang="en-GB" sz="800" b="0" baseline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</a:t>
            </a:r>
            <a:br>
              <a:rPr lang="en-GB" sz="800" b="0" baseline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www.designguide.ku.dk/</a:t>
            </a:r>
            <a:b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skabeloner/powerpoint/</a:t>
            </a:r>
            <a:b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praesentationer/</a:t>
            </a:r>
            <a:endParaRPr lang="en-GB" sz="800" b="0" noProof="1">
              <a:solidFill>
                <a:schemeClr val="accent4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50" name="Billede 25">
            <a:extLst>
              <a:ext uri="{FF2B5EF4-FFF2-40B4-BE49-F238E27FC236}">
                <a16:creationId xmlns:a16="http://schemas.microsoft.com/office/drawing/2014/main" id="{2BC7410A-935F-DC4A-F8A5-7F39AC457C1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268044" y="4201412"/>
            <a:ext cx="257327" cy="275280"/>
          </a:xfrm>
          <a:prstGeom prst="rect">
            <a:avLst/>
          </a:prstGeom>
        </p:spPr>
      </p:pic>
      <p:pic>
        <p:nvPicPr>
          <p:cNvPr id="52" name="Billede 36">
            <a:extLst>
              <a:ext uri="{FF2B5EF4-FFF2-40B4-BE49-F238E27FC236}">
                <a16:creationId xmlns:a16="http://schemas.microsoft.com/office/drawing/2014/main" id="{56A21FCA-F356-F238-3DEE-A13BEFECD37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223538" y="2795378"/>
            <a:ext cx="288708" cy="275280"/>
          </a:xfrm>
          <a:prstGeom prst="rect">
            <a:avLst/>
          </a:prstGeom>
        </p:spPr>
      </p:pic>
      <p:pic>
        <p:nvPicPr>
          <p:cNvPr id="54" name="Billede 37">
            <a:extLst>
              <a:ext uri="{FF2B5EF4-FFF2-40B4-BE49-F238E27FC236}">
                <a16:creationId xmlns:a16="http://schemas.microsoft.com/office/drawing/2014/main" id="{8288A8D2-A953-FCF5-C54C-BED0258209D5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241826" y="3187789"/>
            <a:ext cx="223122" cy="228843"/>
          </a:xfrm>
          <a:prstGeom prst="rect">
            <a:avLst/>
          </a:prstGeom>
        </p:spPr>
      </p:pic>
      <p:sp>
        <p:nvSpPr>
          <p:cNvPr id="56" name="Text Box 48">
            <a:extLst>
              <a:ext uri="{FF2B5EF4-FFF2-40B4-BE49-F238E27FC236}">
                <a16:creationId xmlns:a16="http://schemas.microsoft.com/office/drawing/2014/main" id="{1AAEA91B-6C9C-9157-EFF5-6EEB67507A8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570384" y="1666128"/>
            <a:ext cx="1768136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</a:t>
            </a:r>
            <a:r>
              <a:rPr lang="en-GB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Under the </a:t>
            </a:r>
            <a:r>
              <a:rPr lang="en-GB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button Click on the top part of the button to create a slide identical to the one selected. Click on the bottom part of the button to see a selection of possible layout choices</a:t>
            </a:r>
            <a:endParaRPr lang="en-GB" altLang="da-DK" sz="8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8" name="Picture 61">
            <a:extLst>
              <a:ext uri="{FF2B5EF4-FFF2-40B4-BE49-F238E27FC236}">
                <a16:creationId xmlns:a16="http://schemas.microsoft.com/office/drawing/2014/main" id="{874C9D93-430E-897F-0010-953653748BC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4271879" y="1743737"/>
            <a:ext cx="243186" cy="43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79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588965" y="620714"/>
            <a:ext cx="11012486" cy="8648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redigere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588964" y="1628775"/>
            <a:ext cx="11012487" cy="4673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redigere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master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AF5BBBEC-8DDA-37BC-3B1E-5DB781A5DDC2}"/>
              </a:ext>
            </a:extLst>
          </p:cNvPr>
          <p:cNvSpPr/>
          <p:nvPr userDrawn="1"/>
        </p:nvSpPr>
        <p:spPr>
          <a:xfrm>
            <a:off x="0" y="0"/>
            <a:ext cx="12192000" cy="332655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EEEFEE">
                  <a:alpha val="92941"/>
                </a:srgbClr>
              </a:gs>
            </a:gsLst>
            <a:lin ang="5400000" scaled="0"/>
            <a:tileRect/>
          </a:gradFill>
          <a:ln w="381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236495" y="85745"/>
            <a:ext cx="6981162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11219691" y="85745"/>
            <a:ext cx="381759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10329111" y="85745"/>
            <a:ext cx="814976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fld id="{AA197E9B-969B-4DE2-9373-3285063C71B3}" type="datetime1">
              <a:rPr lang="en-GB" smtClean="0"/>
              <a:t>22/04/2025</a:t>
            </a:fld>
            <a:endParaRPr lang="en-GB" dirty="0"/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2B48C9BE-CCF6-3266-2B8E-D27C7F011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13" name="Picture 27">
            <a:extLst>
              <a:ext uri="{FF2B5EF4-FFF2-40B4-BE49-F238E27FC236}">
                <a16:creationId xmlns:a16="http://schemas.microsoft.com/office/drawing/2014/main" id="{863DD73D-5725-327E-8366-645E99E26ECD}"/>
              </a:ext>
            </a:extLst>
          </p:cNvPr>
          <p:cNvPicPr>
            <a:picLocks noChangeAspect="1"/>
          </p:cNvPicPr>
          <p:nvPr userDrawn="1"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8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620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9" r:id="rId2"/>
    <p:sldLayoutId id="2147483671" r:id="rId3"/>
    <p:sldLayoutId id="2147483701" r:id="rId4"/>
    <p:sldLayoutId id="2147483674" r:id="rId5"/>
    <p:sldLayoutId id="2147483670" r:id="rId6"/>
    <p:sldLayoutId id="2147483660" r:id="rId7"/>
    <p:sldLayoutId id="2147483662" r:id="rId8"/>
    <p:sldLayoutId id="2147483684" r:id="rId9"/>
    <p:sldLayoutId id="2147483685" r:id="rId10"/>
    <p:sldLayoutId id="2147483664" r:id="rId11"/>
    <p:sldLayoutId id="2147483665" r:id="rId12"/>
    <p:sldLayoutId id="2147483689" r:id="rId13"/>
    <p:sldLayoutId id="2147483702" r:id="rId14"/>
    <p:sldLayoutId id="2147483703" r:id="rId15"/>
    <p:sldLayoutId id="2147483694" r:id="rId16"/>
    <p:sldLayoutId id="2147483692" r:id="rId17"/>
    <p:sldLayoutId id="2147483691" r:id="rId18"/>
    <p:sldLayoutId id="2147483697" r:id="rId19"/>
    <p:sldLayoutId id="2147483704" r:id="rId20"/>
    <p:sldLayoutId id="2147483705" r:id="rId21"/>
    <p:sldLayoutId id="2147483695" r:id="rId22"/>
    <p:sldLayoutId id="2147483698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693" r:id="rId29"/>
    <p:sldLayoutId id="2147483688" r:id="rId30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b="0" i="0" kern="1200" spc="60" baseline="0">
          <a:solidFill>
            <a:schemeClr val="accent1"/>
          </a:solidFill>
          <a:latin typeface="+mj-lt"/>
          <a:ea typeface="Open Sans Extrabold" panose="020B0606030504020204" pitchFamily="34" charset="0"/>
          <a:cs typeface="Microsoft New Tai Lue" panose="020B0502040204020203" pitchFamily="34" charset="0"/>
        </a:defRPr>
      </a:lvl1pPr>
    </p:titleStyle>
    <p:bodyStyle>
      <a:lvl1pPr marL="360000" indent="-36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lang="da-DK" sz="2400" b="0" i="0" kern="1200" spc="6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1pPr>
      <a:lvl2pPr marL="719138" marR="0" indent="-358775" algn="l" defTabSz="914400" rtl="0" eaLnBrk="1" fontAlgn="auto" latinLnBrk="0" hangingPunct="1">
        <a:lnSpc>
          <a:spcPct val="10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lang="da-DK" sz="2000" b="0" i="0" kern="1200" spc="6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2pPr>
      <a:lvl3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3pPr>
      <a:lvl4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4pPr>
      <a:lvl5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spc="6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5pPr>
      <a:lvl6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6pPr>
      <a:lvl7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7pPr>
      <a:lvl8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8pPr>
      <a:lvl9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" userDrawn="1">
          <p15:clr>
            <a:srgbClr val="F26B43"/>
          </p15:clr>
        </p15:guide>
        <p15:guide id="4" orient="horz" pos="935" userDrawn="1">
          <p15:clr>
            <a:srgbClr val="F26B43"/>
          </p15:clr>
        </p15:guide>
        <p15:guide id="5" pos="371" userDrawn="1">
          <p15:clr>
            <a:srgbClr val="F26B43"/>
          </p15:clr>
        </p15:guide>
        <p15:guide id="6" pos="7308" userDrawn="1">
          <p15:clr>
            <a:srgbClr val="F26B43"/>
          </p15:clr>
        </p15:guide>
        <p15:guide id="7" orient="horz" pos="1026" userDrawn="1">
          <p15:clr>
            <a:srgbClr val="F26B43"/>
          </p15:clr>
        </p15:guide>
        <p15:guide id="8" orient="horz" pos="397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xbk406@sodas.ku.dk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cs.google.com/presentation/d/1tJDw08PmIfV_kV-OUOLem1JhFQKUA1HyzX8TPjKy9_A/edit?usp=sharing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77/1461444818769236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353CCD-CCFC-E64F-9139-067816EBD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71092"/>
            <a:ext cx="5959476" cy="38952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87BF4D-FADB-7E4A-B37D-A89E5EBBB7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456" y="3768809"/>
            <a:ext cx="4946649" cy="899766"/>
          </a:xfrm>
        </p:spPr>
        <p:txBody>
          <a:bodyPr/>
          <a:lstStyle/>
          <a:p>
            <a:r>
              <a:rPr lang="hu-HU" dirty="0"/>
              <a:t>Csilla Duray</a:t>
            </a:r>
          </a:p>
          <a:p>
            <a:r>
              <a:rPr lang="en-GB" dirty="0"/>
              <a:t>22</a:t>
            </a:r>
            <a:r>
              <a:rPr lang="en-GB" baseline="30000" dirty="0"/>
              <a:t>nd</a:t>
            </a:r>
            <a:r>
              <a:rPr lang="en-GB" dirty="0"/>
              <a:t> of April, 2025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4E2B609-DC97-CE46-A633-94242427B7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4456" y="2684513"/>
            <a:ext cx="5101156" cy="1109335"/>
          </a:xfrm>
        </p:spPr>
        <p:txBody>
          <a:bodyPr/>
          <a:lstStyle/>
          <a:p>
            <a:r>
              <a:rPr lang="en-GB" sz="2800" dirty="0"/>
              <a:t>Find, evaluate, and select digital data sources </a:t>
            </a:r>
          </a:p>
        </p:txBody>
      </p:sp>
    </p:spTree>
    <p:extLst>
      <p:ext uri="{BB962C8B-B14F-4D97-AF65-F5344CB8AC3E}">
        <p14:creationId xmlns:p14="http://schemas.microsoft.com/office/powerpoint/2010/main" val="3091964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DE31FAA-6F36-9100-8ACB-51A349DB7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E72C-7548-4ED0-83E4-8F0A89DA0E03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3AE76-1745-AB53-5911-086EB4A01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B58F053-2F28-8AB6-3F72-6E4D8C88F12C}"/>
              </a:ext>
            </a:extLst>
          </p:cNvPr>
          <p:cNvSpPr txBox="1">
            <a:spLocks/>
          </p:cNvSpPr>
          <p:nvPr/>
        </p:nvSpPr>
        <p:spPr>
          <a:xfrm>
            <a:off x="522972" y="2473494"/>
            <a:ext cx="10469079" cy="955506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a-DK" sz="2400" b="0" i="0" kern="1200" spc="60" baseline="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1pPr>
            <a:lvl2pPr marL="719138" marR="0" indent="-3587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da-DK" sz="2000" b="0" i="0" kern="1200" spc="60" baseline="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2pPr>
            <a:lvl3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3pPr>
            <a:lvl4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4pPr>
            <a:lvl5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spc="60" baseline="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5pPr>
            <a:lvl6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6pPr>
            <a:lvl7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7pPr>
            <a:lvl8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8pPr>
            <a:lvl9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9pPr>
          </a:lstStyle>
          <a:p>
            <a:pPr marL="0" indent="0" algn="ctr">
              <a:buNone/>
            </a:pPr>
            <a:r>
              <a:rPr lang="en-GB" sz="6000" dirty="0">
                <a:solidFill>
                  <a:schemeClr val="bg1"/>
                </a:solidFill>
              </a:rPr>
              <a:t>Any questions from the lecture?</a:t>
            </a:r>
          </a:p>
        </p:txBody>
      </p:sp>
    </p:spTree>
    <p:extLst>
      <p:ext uri="{BB962C8B-B14F-4D97-AF65-F5344CB8AC3E}">
        <p14:creationId xmlns:p14="http://schemas.microsoft.com/office/powerpoint/2010/main" val="1763571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D2333-47CE-CA03-DA7F-0CBB722F9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66567-B9C0-8439-838F-F6BDD9CCA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962" y="1249680"/>
            <a:ext cx="11012487" cy="2794175"/>
          </a:xfrm>
        </p:spPr>
        <p:txBody>
          <a:bodyPr/>
          <a:lstStyle/>
          <a:p>
            <a:r>
              <a:rPr lang="hu-HU" sz="1800" dirty="0"/>
              <a:t>As a general rule, we’ll start class 15 min after the lecture ends, so that you have your break</a:t>
            </a:r>
          </a:p>
          <a:p>
            <a:pPr marL="0" indent="0">
              <a:buNone/>
            </a:pPr>
            <a:endParaRPr lang="hu-HU" sz="1800" dirty="0"/>
          </a:p>
          <a:p>
            <a:r>
              <a:rPr lang="da-DK" sz="1800" b="1" dirty="0"/>
              <a:t>Milestone 1</a:t>
            </a:r>
            <a:r>
              <a:rPr lang="da-DK" sz="1800" dirty="0"/>
              <a:t> – Friday, 25th of April, 23:59, via email to TA (</a:t>
            </a:r>
            <a:r>
              <a:rPr lang="hu-HU" sz="1800" dirty="0">
                <a:hlinkClick r:id="rId3"/>
              </a:rPr>
              <a:t>bhm567</a:t>
            </a:r>
            <a:r>
              <a:rPr lang="da-DK" sz="1800" dirty="0">
                <a:hlinkClick r:id="rId3"/>
              </a:rPr>
              <a:t>@sodas.ku.dk</a:t>
            </a:r>
            <a:r>
              <a:rPr lang="da-DK" sz="1800" dirty="0"/>
              <a:t>)</a:t>
            </a:r>
          </a:p>
          <a:p>
            <a:r>
              <a:rPr lang="da-DK" sz="1800" dirty="0"/>
              <a:t>Feedback – next seminar</a:t>
            </a:r>
          </a:p>
          <a:p>
            <a:r>
              <a:rPr lang="da-DK" sz="1800" dirty="0"/>
              <a:t>Submission should contain:</a:t>
            </a:r>
          </a:p>
          <a:p>
            <a:pPr marL="816338" lvl="1" indent="-457200">
              <a:buAutoNum type="arabicPeriod"/>
            </a:pPr>
            <a:r>
              <a:rPr lang="da-DK" sz="1600" dirty="0"/>
              <a:t>Description and justification of research topic and question </a:t>
            </a:r>
          </a:p>
          <a:p>
            <a:pPr marL="816338" lvl="1" indent="-457200">
              <a:buAutoNum type="arabicPeriod"/>
            </a:pPr>
            <a:r>
              <a:rPr lang="da-DK" sz="1600" dirty="0"/>
              <a:t>Description and justification for central datasite(s)</a:t>
            </a:r>
            <a:endParaRPr lang="hu-HU" sz="1600" dirty="0"/>
          </a:p>
          <a:p>
            <a:pPr marL="359138" lvl="1" indent="0">
              <a:buNone/>
            </a:pPr>
            <a:endParaRPr lang="da-DK" sz="1600" dirty="0"/>
          </a:p>
          <a:p>
            <a:r>
              <a:rPr lang="da-DK" sz="1800" dirty="0"/>
              <a:t>Remember to book your supervision slot for Thursday – seminar hours are held as usual. </a:t>
            </a:r>
            <a:endParaRPr lang="hu-HU" sz="1800" dirty="0"/>
          </a:p>
          <a:p>
            <a:endParaRPr lang="hu-HU" sz="1800" dirty="0"/>
          </a:p>
          <a:p>
            <a:r>
              <a:rPr lang="hu-HU" sz="1800" dirty="0"/>
              <a:t>Remember to add a short progress update for Tuesday’s class – we’ll share at the beginning of class: </a:t>
            </a:r>
            <a:r>
              <a:rPr lang="hu-HU" sz="1800" dirty="0">
                <a:hlinkClick r:id="rId4"/>
              </a:rPr>
              <a:t>https://docs.google.com/presentation/d/1tJDw08PmIfV_kV-OUOLem1JhFQKUA1HyzX8TPjKy9_A/edit?usp=sharing</a:t>
            </a:r>
            <a:r>
              <a:rPr lang="hu-HU" sz="1800" dirty="0"/>
              <a:t> </a:t>
            </a:r>
            <a:endParaRPr lang="da-DK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E97AC-0043-6222-50BC-1BCC8FE2F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A8A8-9DAA-499A-8FC3-E3166163C612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D0091C-3212-B8BC-F7D3-0711D76AF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7255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CF332-1F71-DFA0-1471-542809B01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2" y="427421"/>
            <a:ext cx="11012488" cy="863599"/>
          </a:xfrm>
        </p:spPr>
        <p:txBody>
          <a:bodyPr/>
          <a:lstStyle/>
          <a:p>
            <a:r>
              <a:rPr lang="da-DK" sz="2500" dirty="0"/>
              <a:t>Agenda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5748AB3-A47C-161D-524B-1ECC251593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7486876"/>
              </p:ext>
            </p:extLst>
          </p:nvPr>
        </p:nvGraphicFramePr>
        <p:xfrm>
          <a:off x="588964" y="788276"/>
          <a:ext cx="10630728" cy="59839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66945-7E7D-C142-BE2B-69ECD3C4E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A8A8-9DAA-499A-8FC3-E3166163C612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448D39-6ADA-31CC-4BEF-F50EE4C69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4</a:t>
            </a:fld>
            <a:endParaRPr lang="en-GB" dirty="0"/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771DB277-C38D-4C5E-ADFB-1FEDB0C2397B}"/>
              </a:ext>
            </a:extLst>
          </p:cNvPr>
          <p:cNvSpPr/>
          <p:nvPr/>
        </p:nvSpPr>
        <p:spPr>
          <a:xfrm>
            <a:off x="11222648" y="1194673"/>
            <a:ext cx="320668" cy="146794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D1460C92-BC89-4ABA-A5CA-21EAAE17E527}"/>
              </a:ext>
            </a:extLst>
          </p:cNvPr>
          <p:cNvSpPr/>
          <p:nvPr/>
        </p:nvSpPr>
        <p:spPr>
          <a:xfrm>
            <a:off x="11296271" y="3288864"/>
            <a:ext cx="228600" cy="181303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F70F4276-5BCE-4829-9F66-2E75AF57C44A}"/>
              </a:ext>
            </a:extLst>
          </p:cNvPr>
          <p:cNvSpPr/>
          <p:nvPr/>
        </p:nvSpPr>
        <p:spPr>
          <a:xfrm>
            <a:off x="11296270" y="5510048"/>
            <a:ext cx="228600" cy="118241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24DC2A-FBA2-4099-9CBB-0702B21D2293}"/>
              </a:ext>
            </a:extLst>
          </p:cNvPr>
          <p:cNvSpPr txBox="1"/>
          <p:nvPr/>
        </p:nvSpPr>
        <p:spPr>
          <a:xfrm>
            <a:off x="11601450" y="1883979"/>
            <a:ext cx="590550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500" b="0" dirty="0">
                <a:solidFill>
                  <a:schemeClr val="tx1"/>
                </a:solidFill>
              </a:rPr>
              <a:t>45 min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F5E5CE-0868-4C8E-989D-7BE729F28785}"/>
              </a:ext>
            </a:extLst>
          </p:cNvPr>
          <p:cNvSpPr txBox="1"/>
          <p:nvPr/>
        </p:nvSpPr>
        <p:spPr>
          <a:xfrm>
            <a:off x="11601450" y="4141273"/>
            <a:ext cx="590550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500" b="0" dirty="0">
                <a:solidFill>
                  <a:schemeClr val="tx1"/>
                </a:solidFill>
              </a:rPr>
              <a:t>45 min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194E1B-DA41-4518-B363-DC3119225C45}"/>
              </a:ext>
            </a:extLst>
          </p:cNvPr>
          <p:cNvSpPr txBox="1"/>
          <p:nvPr/>
        </p:nvSpPr>
        <p:spPr>
          <a:xfrm>
            <a:off x="11601450" y="5985839"/>
            <a:ext cx="590550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500" b="0" dirty="0">
                <a:solidFill>
                  <a:schemeClr val="tx1"/>
                </a:solidFill>
              </a:rPr>
              <a:t>45 min</a:t>
            </a:r>
          </a:p>
        </p:txBody>
      </p:sp>
    </p:spTree>
    <p:extLst>
      <p:ext uri="{BB962C8B-B14F-4D97-AF65-F5344CB8AC3E}">
        <p14:creationId xmlns:p14="http://schemas.microsoft.com/office/powerpoint/2010/main" val="2635074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ktangel 13">
            <a:extLst>
              <a:ext uri="{FF2B5EF4-FFF2-40B4-BE49-F238E27FC236}">
                <a16:creationId xmlns:a16="http://schemas.microsoft.com/office/drawing/2014/main" id="{EEF928DC-704F-AFEB-089D-F474139490D8}"/>
              </a:ext>
            </a:extLst>
          </p:cNvPr>
          <p:cNvSpPr/>
          <p:nvPr/>
        </p:nvSpPr>
        <p:spPr>
          <a:xfrm>
            <a:off x="7861225" y="2255958"/>
            <a:ext cx="3871581" cy="2899570"/>
          </a:xfrm>
          <a:prstGeom prst="rect">
            <a:avLst/>
          </a:prstGeom>
          <a:solidFill>
            <a:schemeClr val="bg1">
              <a:lumMod val="50000"/>
              <a:alpha val="10000"/>
            </a:schemeClr>
          </a:solidFill>
          <a:ln w="6350">
            <a:noFill/>
          </a:ln>
        </p:spPr>
        <p:txBody>
          <a:bodyPr wrap="square" rtlCol="0" anchor="ctr">
            <a:noAutofit/>
          </a:bodyPr>
          <a:lstStyle/>
          <a:p>
            <a:pPr algn="l"/>
            <a:endParaRPr lang="da-DK" sz="2400" dirty="0" err="1">
              <a:solidFill>
                <a:schemeClr val="bg1"/>
              </a:solidFill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A7B3878E-1680-A349-6C4B-8C81DAD1ADEB}"/>
              </a:ext>
            </a:extLst>
          </p:cNvPr>
          <p:cNvSpPr/>
          <p:nvPr/>
        </p:nvSpPr>
        <p:spPr>
          <a:xfrm>
            <a:off x="532761" y="1768124"/>
            <a:ext cx="6548523" cy="4664573"/>
          </a:xfrm>
          <a:prstGeom prst="rect">
            <a:avLst/>
          </a:prstGeom>
          <a:solidFill>
            <a:schemeClr val="bg1">
              <a:lumMod val="50000"/>
              <a:alpha val="10000"/>
            </a:schemeClr>
          </a:solidFill>
          <a:ln w="6350">
            <a:noFill/>
          </a:ln>
        </p:spPr>
        <p:txBody>
          <a:bodyPr wrap="square" rtlCol="0" anchor="ctr">
            <a:noAutofit/>
          </a:bodyPr>
          <a:lstStyle/>
          <a:p>
            <a:pPr algn="l"/>
            <a:endParaRPr lang="da-DK" sz="2400" dirty="0" err="1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243EDA9-4B33-1EFB-7240-0FC390B98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585843"/>
            <a:ext cx="11603037" cy="272158"/>
          </a:xfrm>
        </p:spPr>
        <p:txBody>
          <a:bodyPr/>
          <a:lstStyle/>
          <a:p>
            <a:r>
              <a:rPr lang="en-US" sz="800" noProof="0" dirty="0">
                <a:solidFill>
                  <a:schemeClr val="tx2"/>
                </a:solidFill>
              </a:rPr>
              <a:t>Kozinets, R. V. (2020). </a:t>
            </a:r>
            <a:r>
              <a:rPr lang="en-US" sz="800" i="1" noProof="0" dirty="0">
                <a:solidFill>
                  <a:schemeClr val="tx2"/>
                </a:solidFill>
              </a:rPr>
              <a:t>Netnography: The Essential Guide to Qualitative Social Media Research</a:t>
            </a:r>
            <a:r>
              <a:rPr lang="en-US" sz="800" noProof="0" dirty="0">
                <a:solidFill>
                  <a:schemeClr val="tx2"/>
                </a:solidFill>
              </a:rPr>
              <a:t> (3rd ed.). SAGE Publications. </a:t>
            </a:r>
            <a:br>
              <a:rPr lang="en-US" sz="800" noProof="0" dirty="0">
                <a:solidFill>
                  <a:schemeClr val="tx2"/>
                </a:solidFill>
              </a:rPr>
            </a:br>
            <a:r>
              <a:rPr lang="en-US" sz="800" noProof="0" dirty="0">
                <a:solidFill>
                  <a:schemeClr val="tx2"/>
                </a:solidFill>
              </a:rPr>
              <a:t>Venturini, T., </a:t>
            </a:r>
            <a:r>
              <a:rPr lang="en-US" sz="800" noProof="0" dirty="0" err="1">
                <a:solidFill>
                  <a:schemeClr val="tx2"/>
                </a:solidFill>
              </a:rPr>
              <a:t>Bounegru</a:t>
            </a:r>
            <a:r>
              <a:rPr lang="en-US" sz="800" noProof="0" dirty="0">
                <a:solidFill>
                  <a:schemeClr val="tx2"/>
                </a:solidFill>
              </a:rPr>
              <a:t>, L., Gray, J., &amp; Rogers, R. (2018). A reality check(list) for digital methods. </a:t>
            </a:r>
            <a:r>
              <a:rPr lang="en-US" sz="800" i="1" noProof="0" dirty="0">
                <a:solidFill>
                  <a:schemeClr val="tx2"/>
                </a:solidFill>
              </a:rPr>
              <a:t>New Media &amp; Society, 20</a:t>
            </a:r>
            <a:r>
              <a:rPr lang="en-US" sz="800" noProof="0" dirty="0">
                <a:solidFill>
                  <a:schemeClr val="tx2"/>
                </a:solidFill>
              </a:rPr>
              <a:t>(11), 4195-4217. </a:t>
            </a:r>
            <a:r>
              <a:rPr lang="en-US" sz="800" noProof="0" dirty="0">
                <a:solidFill>
                  <a:schemeClr val="tx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https://doi.org/10.1177/1461444818769236</a:t>
            </a:r>
            <a:endParaRPr lang="en-US" sz="2800" b="1" noProof="0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725A494-75A6-6CC6-74ED-61BE49827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963" y="1905518"/>
            <a:ext cx="6928256" cy="2200246"/>
          </a:xfrm>
        </p:spPr>
        <p:txBody>
          <a:bodyPr/>
          <a:lstStyle/>
          <a:p>
            <a:pPr marL="0" indent="0">
              <a:buNone/>
            </a:pPr>
            <a:r>
              <a:rPr lang="en-US" sz="1400" b="1" noProof="0" dirty="0">
                <a:solidFill>
                  <a:schemeClr val="accent1">
                    <a:lumMod val="75000"/>
                  </a:schemeClr>
                </a:solidFill>
              </a:rPr>
              <a:t>Investigation process for datasite 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(Kozinets, 2020, p.215)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100" b="1" noProof="0" dirty="0"/>
              <a:t>Simplification</a:t>
            </a:r>
            <a:r>
              <a:rPr lang="en-US" sz="1100" noProof="0" dirty="0"/>
              <a:t>: Translate the research question into keywords/search terms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100" b="1" noProof="0" dirty="0"/>
              <a:t>Searching</a:t>
            </a:r>
            <a:r>
              <a:rPr lang="en-US" sz="1100" noProof="0" dirty="0"/>
              <a:t>: Use search terms, hashtags, and trends to find potential datasites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100" b="1" noProof="0" dirty="0"/>
              <a:t>Scouting</a:t>
            </a:r>
            <a:r>
              <a:rPr lang="en-US" sz="1100" noProof="0" dirty="0"/>
              <a:t>: Observe and filter sites to narrow down choices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100" b="1" noProof="0" dirty="0"/>
              <a:t>Selecting</a:t>
            </a:r>
            <a:r>
              <a:rPr lang="en-US" sz="1100" noProof="0" dirty="0"/>
              <a:t>: Apply evaluation criteria to choose datasites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100" b="1" noProof="0" dirty="0"/>
              <a:t>Saving</a:t>
            </a:r>
            <a:r>
              <a:rPr lang="en-US" sz="1100" noProof="0" dirty="0"/>
              <a:t>: Capture and store relevant data (screenshots, print/save, copy/paste, scraping)</a:t>
            </a:r>
          </a:p>
          <a:p>
            <a:endParaRPr lang="en-US" noProof="0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35142D9-34BA-0690-05F2-1011220BD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A8A8-9DAA-499A-8FC3-E3166163C612}" type="datetime1">
              <a:rPr lang="en-US" noProof="0" smtClean="0"/>
              <a:t>4/22/2025</a:t>
            </a:fld>
            <a:endParaRPr lang="en-US" noProof="0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B6FB3875-690B-AA7E-6DFF-AC6D402F1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noProof="0" smtClean="0"/>
              <a:t>5</a:t>
            </a:fld>
            <a:endParaRPr lang="en-US" noProof="0" dirty="0"/>
          </a:p>
        </p:txBody>
      </p:sp>
      <p:sp>
        <p:nvSpPr>
          <p:cNvPr id="6" name="Pladsholder til indhold 2">
            <a:extLst>
              <a:ext uri="{FF2B5EF4-FFF2-40B4-BE49-F238E27FC236}">
                <a16:creationId xmlns:a16="http://schemas.microsoft.com/office/drawing/2014/main" id="{A24A66A9-205A-49DD-3A80-5BBDF9EFA3C3}"/>
              </a:ext>
            </a:extLst>
          </p:cNvPr>
          <p:cNvSpPr txBox="1">
            <a:spLocks/>
          </p:cNvSpPr>
          <p:nvPr/>
        </p:nvSpPr>
        <p:spPr>
          <a:xfrm>
            <a:off x="588963" y="4232452"/>
            <a:ext cx="6374219" cy="220024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a-DK" sz="2400" b="0" i="0" kern="1200" spc="60" baseline="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1pPr>
            <a:lvl2pPr marL="719138" marR="0" indent="-3587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da-DK" sz="2000" b="0" i="0" kern="1200" spc="60" baseline="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2pPr>
            <a:lvl3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3pPr>
            <a:lvl4pPr marL="719138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da-DK" sz="1800" b="0" i="0" kern="120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4pPr>
            <a:lvl5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spc="60" baseline="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5pPr>
            <a:lvl6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6pPr>
            <a:lvl7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7pPr>
            <a:lvl8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8pPr>
            <a:lvl9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9pPr>
          </a:lstStyle>
          <a:p>
            <a:pPr>
              <a:buNone/>
            </a:pPr>
            <a:r>
              <a:rPr lang="en-US" sz="1400" b="1" noProof="0" dirty="0">
                <a:solidFill>
                  <a:schemeClr val="accent1">
                    <a:lumMod val="75000"/>
                  </a:schemeClr>
                </a:solidFill>
              </a:rPr>
              <a:t>Quality Criteria for the datasites 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(Kozinets, 2020, pp.227-229)</a:t>
            </a:r>
          </a:p>
          <a:p>
            <a:pPr>
              <a:lnSpc>
                <a:spcPct val="150000"/>
              </a:lnSpc>
            </a:pPr>
            <a:r>
              <a:rPr lang="en-US" sz="1100" b="1" noProof="0" dirty="0"/>
              <a:t>Relevance: </a:t>
            </a:r>
            <a:r>
              <a:rPr lang="en-US" sz="1100" noProof="0" dirty="0"/>
              <a:t>Connection to research question (beyond just keywords)</a:t>
            </a:r>
          </a:p>
          <a:p>
            <a:pPr>
              <a:lnSpc>
                <a:spcPct val="150000"/>
              </a:lnSpc>
            </a:pPr>
            <a:r>
              <a:rPr lang="en-US" sz="1100" b="1" noProof="0" dirty="0"/>
              <a:t>Activity: </a:t>
            </a:r>
            <a:r>
              <a:rPr lang="en-US" sz="1100" noProof="0" dirty="0"/>
              <a:t>Recency and regularity of information/updates </a:t>
            </a:r>
          </a:p>
          <a:p>
            <a:pPr>
              <a:lnSpc>
                <a:spcPct val="150000"/>
              </a:lnSpc>
            </a:pPr>
            <a:r>
              <a:rPr lang="en-US" sz="1100" b="1" noProof="0" dirty="0"/>
              <a:t>Interactivity</a:t>
            </a:r>
            <a:r>
              <a:rPr lang="en-US" sz="1100" noProof="0" dirty="0"/>
              <a:t>: Two-or-more-way communication between participants </a:t>
            </a:r>
          </a:p>
          <a:p>
            <a:pPr>
              <a:lnSpc>
                <a:spcPct val="150000"/>
              </a:lnSpc>
            </a:pPr>
            <a:r>
              <a:rPr lang="en-US" sz="1100" b="1" noProof="0" dirty="0"/>
              <a:t>Diversity: </a:t>
            </a:r>
            <a:r>
              <a:rPr lang="en-US" sz="1100" noProof="0" dirty="0"/>
              <a:t>Expression of different perspectives (not single-voice dominated) </a:t>
            </a:r>
          </a:p>
          <a:p>
            <a:pPr>
              <a:lnSpc>
                <a:spcPct val="150000"/>
              </a:lnSpc>
            </a:pPr>
            <a:r>
              <a:rPr lang="en-US" sz="1100" b="1" noProof="0" dirty="0"/>
              <a:t>Richness:</a:t>
            </a:r>
            <a:r>
              <a:rPr lang="en-US" sz="1100" noProof="0" dirty="0"/>
              <a:t> Presence of detail, description, emotion and interconnection ("deep data")</a:t>
            </a:r>
          </a:p>
        </p:txBody>
      </p:sp>
      <p:sp>
        <p:nvSpPr>
          <p:cNvPr id="10" name="Pladsholder til indhold 2">
            <a:extLst>
              <a:ext uri="{FF2B5EF4-FFF2-40B4-BE49-F238E27FC236}">
                <a16:creationId xmlns:a16="http://schemas.microsoft.com/office/drawing/2014/main" id="{83CDD897-85D9-CCE4-263B-A4662CCD8C4B}"/>
              </a:ext>
            </a:extLst>
          </p:cNvPr>
          <p:cNvSpPr txBox="1">
            <a:spLocks/>
          </p:cNvSpPr>
          <p:nvPr/>
        </p:nvSpPr>
        <p:spPr>
          <a:xfrm>
            <a:off x="7968975" y="2398182"/>
            <a:ext cx="3656082" cy="255908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a-DK" sz="2400" b="0" i="0" kern="1200" spc="60" baseline="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1pPr>
            <a:lvl2pPr marL="719138" marR="0" indent="-3587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da-DK" sz="2000" b="0" i="0" kern="1200" spc="60" baseline="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2pPr>
            <a:lvl3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3pPr>
            <a:lvl4pPr marL="719138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da-DK" sz="1800" b="0" i="0" kern="120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4pPr>
            <a:lvl5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spc="60" baseline="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5pPr>
            <a:lvl6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6pPr>
            <a:lvl7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7pPr>
            <a:lvl8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8pPr>
            <a:lvl9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9pPr>
          </a:lstStyle>
          <a:p>
            <a:pPr marL="0" indent="0">
              <a:buNone/>
            </a:pPr>
            <a:r>
              <a:rPr lang="en-US" sz="1400" b="1" noProof="0" dirty="0">
                <a:solidFill>
                  <a:schemeClr val="accent1">
                    <a:lumMod val="75000"/>
                  </a:schemeClr>
                </a:solidFill>
              </a:rPr>
              <a:t>Reality Checklist </a:t>
            </a:r>
            <a:r>
              <a:rPr lang="en-US" sz="1050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(Venturini et al., 2018)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200" noProof="0" dirty="0"/>
              <a:t>Consider the platform's role in your study object - </a:t>
            </a:r>
            <a:r>
              <a:rPr lang="en-US" sz="1200" i="1" noProof="0" dirty="0"/>
              <a:t>How much of your object of study occurs in the medium that you are studying?</a:t>
            </a:r>
            <a:endParaRPr lang="en-US" sz="1200" noProof="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200" noProof="0" dirty="0"/>
              <a:t>Balance theoretical relevance with </a:t>
            </a:r>
            <a:r>
              <a:rPr lang="en-US" sz="1200" dirty="0"/>
              <a:t>source</a:t>
            </a:r>
            <a:r>
              <a:rPr lang="en-US" sz="1200" noProof="0" dirty="0"/>
              <a:t>-specific practices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200" noProof="0" dirty="0"/>
              <a:t>Account for data access limitations (APIs, webpages, sampling)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200" noProof="0" dirty="0"/>
              <a:t>Understand how data is "given" by the medium</a:t>
            </a: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35B51B95-6962-6DA1-02AD-13F6135FB8BD}"/>
              </a:ext>
            </a:extLst>
          </p:cNvPr>
          <p:cNvSpPr/>
          <p:nvPr/>
        </p:nvSpPr>
        <p:spPr>
          <a:xfrm>
            <a:off x="-1" y="425302"/>
            <a:ext cx="3370521" cy="3402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1400" b="1" noProof="0" dirty="0">
                <a:solidFill>
                  <a:srgbClr val="EFECE9"/>
                </a:solidFill>
              </a:rPr>
              <a:t>Scouting and evaluating datasites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359D014-9AB6-7E1D-8271-D5C008BBA1D9}"/>
              </a:ext>
            </a:extLst>
          </p:cNvPr>
          <p:cNvSpPr txBox="1">
            <a:spLocks/>
          </p:cNvSpPr>
          <p:nvPr/>
        </p:nvSpPr>
        <p:spPr>
          <a:xfrm>
            <a:off x="588964" y="902938"/>
            <a:ext cx="11012486" cy="865186"/>
          </a:xfrm>
          <a:prstGeom prst="rect">
            <a:avLst/>
          </a:prstGeom>
        </p:spPr>
        <p:txBody>
          <a:bodyPr vert="horz" lIns="0" tIns="0" rIns="0" bIns="0" rtlCol="0" anchor="t" anchorCtr="0">
            <a:normAutofit fontScale="77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0" i="0" kern="1200" spc="60" baseline="0">
                <a:solidFill>
                  <a:schemeClr val="accent1"/>
                </a:solidFill>
                <a:latin typeface="+mj-lt"/>
                <a:ea typeface="Open Sans Extrabold" panose="020B0606030504020204" pitchFamily="34" charset="0"/>
                <a:cs typeface="Microsoft New Tai Lue" panose="020B0502040204020203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800" b="1" dirty="0"/>
              <a:t>It’s important to know what to look for when scouting and choosing a datasite.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When selecting a datasite, you need to check if it is realistic to use the datasite, and ways to do this are presented by both Kozinets and Venturini. </a:t>
            </a:r>
          </a:p>
        </p:txBody>
      </p:sp>
      <p:sp>
        <p:nvSpPr>
          <p:cNvPr id="27" name="Pil: 180 grader 26">
            <a:extLst>
              <a:ext uri="{FF2B5EF4-FFF2-40B4-BE49-F238E27FC236}">
                <a16:creationId xmlns:a16="http://schemas.microsoft.com/office/drawing/2014/main" id="{4F6A84F7-5710-2F97-1545-8FEF5C4F4FEB}"/>
              </a:ext>
            </a:extLst>
          </p:cNvPr>
          <p:cNvSpPr/>
          <p:nvPr/>
        </p:nvSpPr>
        <p:spPr>
          <a:xfrm rot="16200000" flipH="1">
            <a:off x="-220034" y="3680982"/>
            <a:ext cx="1004777" cy="500812"/>
          </a:xfrm>
          <a:prstGeom prst="uturnArrow">
            <a:avLst/>
          </a:prstGeom>
          <a:solidFill>
            <a:schemeClr val="tx1"/>
          </a:solidFill>
          <a:ln w="6350">
            <a:noFill/>
          </a:ln>
        </p:spPr>
        <p:txBody>
          <a:bodyPr wrap="square" rtlCol="0" anchor="ctr">
            <a:noAutofit/>
          </a:bodyPr>
          <a:lstStyle/>
          <a:p>
            <a:pPr algn="l"/>
            <a:endParaRPr lang="da-DK" sz="24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3159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2DA96-CFF1-7232-FF80-42711F734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A587C504-EF6C-266B-0743-82956BB6D2A2}"/>
              </a:ext>
            </a:extLst>
          </p:cNvPr>
          <p:cNvSpPr/>
          <p:nvPr/>
        </p:nvSpPr>
        <p:spPr>
          <a:xfrm>
            <a:off x="6596358" y="1769721"/>
            <a:ext cx="5062881" cy="4664573"/>
          </a:xfrm>
          <a:prstGeom prst="rect">
            <a:avLst/>
          </a:prstGeom>
          <a:solidFill>
            <a:schemeClr val="bg1">
              <a:lumMod val="50000"/>
              <a:alpha val="10000"/>
            </a:schemeClr>
          </a:solidFill>
          <a:ln w="6350">
            <a:noFill/>
          </a:ln>
        </p:spPr>
        <p:txBody>
          <a:bodyPr wrap="square" rtlCol="0" anchor="ctr">
            <a:noAutofit/>
          </a:bodyPr>
          <a:lstStyle/>
          <a:p>
            <a:pPr algn="l"/>
            <a:endParaRPr lang="da-DK" sz="2400" dirty="0" err="1">
              <a:solidFill>
                <a:schemeClr val="bg1"/>
              </a:solidFill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EBFF0F27-5DBD-4AAD-A806-AD97823C0D6A}"/>
              </a:ext>
            </a:extLst>
          </p:cNvPr>
          <p:cNvSpPr/>
          <p:nvPr/>
        </p:nvSpPr>
        <p:spPr>
          <a:xfrm>
            <a:off x="531175" y="1768125"/>
            <a:ext cx="5814876" cy="4664574"/>
          </a:xfrm>
          <a:prstGeom prst="rect">
            <a:avLst/>
          </a:prstGeom>
          <a:solidFill>
            <a:schemeClr val="bg1">
              <a:lumMod val="50000"/>
              <a:alpha val="10000"/>
            </a:schemeClr>
          </a:solidFill>
          <a:ln w="6350">
            <a:noFill/>
          </a:ln>
        </p:spPr>
        <p:txBody>
          <a:bodyPr wrap="square" rtlCol="0" anchor="ctr">
            <a:noAutofit/>
          </a:bodyPr>
          <a:lstStyle/>
          <a:p>
            <a:pPr algn="l"/>
            <a:endParaRPr lang="da-DK" sz="2400" dirty="0" err="1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B570E7C-BA2B-4193-1F73-0E499ADC0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676586"/>
            <a:ext cx="11603037" cy="242688"/>
          </a:xfrm>
        </p:spPr>
        <p:txBody>
          <a:bodyPr/>
          <a:lstStyle/>
          <a:p>
            <a:r>
              <a:rPr lang="en-US" sz="800" noProof="0" dirty="0">
                <a:solidFill>
                  <a:schemeClr val="tx2"/>
                </a:solidFill>
              </a:rPr>
              <a:t>Kozinets, R. V. (2020). </a:t>
            </a:r>
            <a:r>
              <a:rPr lang="en-US" sz="800" i="1" noProof="0" dirty="0">
                <a:solidFill>
                  <a:schemeClr val="tx2"/>
                </a:solidFill>
              </a:rPr>
              <a:t>Netnography: The Essential Guide to Qualitative Social Media Research</a:t>
            </a:r>
            <a:r>
              <a:rPr lang="en-US" sz="800" noProof="0" dirty="0">
                <a:solidFill>
                  <a:schemeClr val="tx2"/>
                </a:solidFill>
              </a:rPr>
              <a:t> (3rd ed.). SAGE Publications. </a:t>
            </a:r>
            <a:br>
              <a:rPr lang="en-US" sz="800" noProof="0" dirty="0">
                <a:solidFill>
                  <a:schemeClr val="tx2"/>
                </a:solidFill>
              </a:rPr>
            </a:br>
            <a:endParaRPr lang="en-US" sz="2800" b="1" noProof="0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7CCC095-4083-B5AE-490E-F5C13F836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972" y="1905518"/>
            <a:ext cx="5579442" cy="4431487"/>
          </a:xfrm>
        </p:spPr>
        <p:txBody>
          <a:bodyPr/>
          <a:lstStyle/>
          <a:p>
            <a:pPr marL="0" indent="0">
              <a:buNone/>
            </a:pPr>
            <a:r>
              <a:rPr lang="en-US" sz="1600" b="1" noProof="0" dirty="0">
                <a:solidFill>
                  <a:schemeClr val="accent1">
                    <a:lumMod val="75000"/>
                  </a:schemeClr>
                </a:solidFill>
              </a:rPr>
              <a:t>Four immersive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o</a:t>
            </a:r>
            <a:r>
              <a:rPr lang="en-US" sz="1600" b="1" noProof="0" dirty="0" err="1">
                <a:solidFill>
                  <a:schemeClr val="accent1">
                    <a:lumMod val="75000"/>
                  </a:schemeClr>
                </a:solidFill>
              </a:rPr>
              <a:t>perations</a:t>
            </a:r>
            <a:r>
              <a:rPr lang="en-US" sz="1600" b="1" noProof="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(Kozinets, 2020, p.284-297)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150" b="1" noProof="0" dirty="0"/>
              <a:t>Reconnoitering: </a:t>
            </a:r>
            <a:r>
              <a:rPr lang="en-US" sz="1150" noProof="0" dirty="0"/>
              <a:t>Making reconnaissance of your data landscape </a:t>
            </a:r>
          </a:p>
          <a:p>
            <a:pPr lvl="1"/>
            <a:r>
              <a:rPr lang="en-US" sz="1150" noProof="0" dirty="0"/>
              <a:t>Providing picture of data landscape/mapping</a:t>
            </a:r>
          </a:p>
          <a:p>
            <a:pPr lvl="1"/>
            <a:r>
              <a:rPr lang="en-US" sz="1150" noProof="0" dirty="0"/>
              <a:t>Using "telescope and microscope" approaches (zooming in and out)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150" b="1" noProof="0" dirty="0"/>
              <a:t>Recording: </a:t>
            </a:r>
            <a:r>
              <a:rPr lang="en-US" sz="1150" noProof="0" dirty="0"/>
              <a:t>Documenting your data collection journey </a:t>
            </a:r>
          </a:p>
          <a:p>
            <a:pPr lvl="1"/>
            <a:r>
              <a:rPr lang="en-US" sz="1150" noProof="0" dirty="0"/>
              <a:t>Not just downloading data but documenting interpretations and reactions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150" b="1" noProof="0" dirty="0"/>
              <a:t>Researching</a:t>
            </a:r>
            <a:r>
              <a:rPr lang="en-US" sz="1150" noProof="0" dirty="0"/>
              <a:t>: Making sense of the data</a:t>
            </a:r>
          </a:p>
          <a:p>
            <a:pPr lvl="1"/>
            <a:r>
              <a:rPr lang="en-US" sz="1150" noProof="0" dirty="0"/>
              <a:t>Creating conceptual notes connecting observations to theory</a:t>
            </a:r>
          </a:p>
          <a:p>
            <a:pPr lvl="1"/>
            <a:r>
              <a:rPr lang="en-US" sz="1150" noProof="0" dirty="0"/>
              <a:t>Abstracting from concrete cases to theorize and formulate hypotheses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150" b="1" noProof="0" dirty="0"/>
              <a:t>Reflecting: </a:t>
            </a:r>
            <a:r>
              <a:rPr lang="en-US" sz="1150" noProof="0" dirty="0"/>
              <a:t>Documenting your reactions and perspective </a:t>
            </a:r>
          </a:p>
          <a:p>
            <a:pPr lvl="1"/>
            <a:r>
              <a:rPr lang="en-US" sz="1150" noProof="0" dirty="0"/>
              <a:t>Challenge your bias, habituated thinking, and affective reactions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C4B0605-C752-3D04-009D-E0E1293DE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A8A8-9DAA-499A-8FC3-E3166163C612}" type="datetime1">
              <a:rPr lang="en-US" noProof="0" smtClean="0"/>
              <a:t>4/22/2025</a:t>
            </a:fld>
            <a:endParaRPr lang="en-US" noProof="0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4C597116-7FDE-D616-ADD7-7204592C6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noProof="0" smtClean="0"/>
              <a:t>6</a:t>
            </a:fld>
            <a:endParaRPr lang="en-US" noProof="0" dirty="0"/>
          </a:p>
        </p:txBody>
      </p:sp>
      <p:sp>
        <p:nvSpPr>
          <p:cNvPr id="6" name="Pladsholder til indhold 2">
            <a:extLst>
              <a:ext uri="{FF2B5EF4-FFF2-40B4-BE49-F238E27FC236}">
                <a16:creationId xmlns:a16="http://schemas.microsoft.com/office/drawing/2014/main" id="{980D6472-56B4-C6C1-DC8F-DFA175706CAA}"/>
              </a:ext>
            </a:extLst>
          </p:cNvPr>
          <p:cNvSpPr txBox="1">
            <a:spLocks/>
          </p:cNvSpPr>
          <p:nvPr/>
        </p:nvSpPr>
        <p:spPr>
          <a:xfrm>
            <a:off x="6793699" y="1952338"/>
            <a:ext cx="4865540" cy="438466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a-DK" sz="2400" b="0" i="0" kern="1200" spc="60" baseline="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1pPr>
            <a:lvl2pPr marL="719138" marR="0" indent="-3587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da-DK" sz="2000" b="0" i="0" kern="1200" spc="60" baseline="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2pPr>
            <a:lvl3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3pPr>
            <a:lvl4pPr marL="719138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da-DK" sz="1800" b="0" i="0" kern="120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4pPr>
            <a:lvl5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spc="60" baseline="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5pPr>
            <a:lvl6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6pPr>
            <a:lvl7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7pPr>
            <a:lvl8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8pPr>
            <a:lvl9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9pPr>
          </a:lstStyle>
          <a:p>
            <a:pPr>
              <a:buNone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Ethical considerations in selection</a:t>
            </a:r>
          </a:p>
          <a:p>
            <a:pPr marL="0" indent="0">
              <a:buNone/>
            </a:pPr>
            <a:r>
              <a:rPr lang="en-US" sz="1100" b="1" dirty="0"/>
              <a:t>(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Kozinets, 2020, pp.163-187)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Key Principles</a:t>
            </a:r>
            <a:r>
              <a:rPr lang="en-US" sz="1200" dirty="0"/>
              <a:t>: Autonomy, Beneficence, Non-maleficence, Confidentiality, Integrity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Site Classification</a:t>
            </a:r>
            <a:r>
              <a:rPr lang="en-US" sz="1200" dirty="0"/>
              <a:t>: Determine if sites are public or private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Risk Assessment</a:t>
            </a:r>
            <a:r>
              <a:rPr lang="en-US" sz="1200" dirty="0"/>
              <a:t>: Sensitive topics and vulnerable populations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Data Treatment:</a:t>
            </a:r>
            <a:r>
              <a:rPr lang="en-US" sz="1200" dirty="0"/>
              <a:t> Uncloaked, cloaked, or highly cloaked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Ethics Flowchart</a:t>
            </a:r>
            <a:r>
              <a:rPr lang="en-US" sz="1200" dirty="0"/>
              <a:t>: Decision tree for ethical research procedures</a:t>
            </a: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D7649A67-A5A2-B9D9-6817-70D1ABAC082B}"/>
              </a:ext>
            </a:extLst>
          </p:cNvPr>
          <p:cNvSpPr/>
          <p:nvPr/>
        </p:nvSpPr>
        <p:spPr>
          <a:xfrm>
            <a:off x="-1" y="425302"/>
            <a:ext cx="3370521" cy="3402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1400" b="1" noProof="0" dirty="0">
                <a:solidFill>
                  <a:srgbClr val="EFECE9"/>
                </a:solidFill>
              </a:rPr>
              <a:t>Ethical considerations and immersing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D9C9D36-3C93-5CD8-9764-1C96326ADCB6}"/>
              </a:ext>
            </a:extLst>
          </p:cNvPr>
          <p:cNvSpPr txBox="1">
            <a:spLocks/>
          </p:cNvSpPr>
          <p:nvPr/>
        </p:nvSpPr>
        <p:spPr>
          <a:xfrm>
            <a:off x="588964" y="902938"/>
            <a:ext cx="11012486" cy="865186"/>
          </a:xfrm>
          <a:prstGeom prst="rect">
            <a:avLst/>
          </a:prstGeom>
        </p:spPr>
        <p:txBody>
          <a:bodyPr vert="horz" lIns="0" tIns="0" rIns="0" bIns="0" rtlCol="0" anchor="t" anchorCtr="0">
            <a:normAutofit fontScale="850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0" i="0" kern="1200" spc="60" baseline="0">
                <a:solidFill>
                  <a:schemeClr val="accent1"/>
                </a:solidFill>
                <a:latin typeface="+mj-lt"/>
                <a:ea typeface="Open Sans Extrabold" panose="020B0606030504020204" pitchFamily="34" charset="0"/>
                <a:cs typeface="Microsoft New Tai Lue" panose="020B0502040204020203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800" b="1" dirty="0"/>
              <a:t>Always think of how you collect data and the ethical considerations.</a:t>
            </a:r>
          </a:p>
        </p:txBody>
      </p:sp>
    </p:spTree>
    <p:extLst>
      <p:ext uri="{BB962C8B-B14F-4D97-AF65-F5344CB8AC3E}">
        <p14:creationId xmlns:p14="http://schemas.microsoft.com/office/powerpoint/2010/main" val="4248618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EEE0B-0D29-D516-B3DF-8E6BBBB9A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D15D5-9A7E-477A-A544-9723531FD0FA}" type="datetime1">
              <a:rPr lang="en-GB" smtClean="0"/>
              <a:t>22/04/2025</a:t>
            </a:fld>
            <a:endParaRPr lang="en-GB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0DCECBF-90D5-69D3-4E05-E1D9AB27F4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473223"/>
            <a:ext cx="12192000" cy="955506"/>
          </a:xfrm>
        </p:spPr>
        <p:txBody>
          <a:bodyPr/>
          <a:lstStyle/>
          <a:p>
            <a:r>
              <a:rPr lang="en-GB" dirty="0"/>
              <a:t>Tak for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dag</a:t>
            </a:r>
            <a:r>
              <a:rPr lang="en-GB" dirty="0"/>
              <a:t>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F572A-93BE-C4D7-6119-1F4E3FD9C6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362" y="3011211"/>
            <a:ext cx="10963275" cy="2964773"/>
          </a:xfrm>
        </p:spPr>
        <p:txBody>
          <a:bodyPr/>
          <a:lstStyle/>
          <a:p>
            <a:r>
              <a:rPr lang="en-GB" sz="2400" b="1" dirty="0"/>
              <a:t>Next time</a:t>
            </a:r>
            <a:r>
              <a:rPr lang="en-GB" sz="2400" dirty="0"/>
              <a:t>: Supervision</a:t>
            </a:r>
          </a:p>
          <a:p>
            <a:r>
              <a:rPr lang="en-GB" sz="2400" b="1" dirty="0"/>
              <a:t>Seminar on Thursday: </a:t>
            </a:r>
            <a:r>
              <a:rPr lang="en-GB" sz="2400" dirty="0"/>
              <a:t>Working on data sites selection</a:t>
            </a:r>
          </a:p>
          <a:p>
            <a:endParaRPr lang="en-GB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0" i="0" u="none" strike="noStrike" baseline="0" dirty="0"/>
              <a:t>No readings.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CBD6E-B8FA-8B9B-D94C-041957ED4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2681327"/>
      </p:ext>
    </p:extLst>
  </p:cSld>
  <p:clrMapOvr>
    <a:masterClrMapping/>
  </p:clrMapOvr>
</p:sld>
</file>

<file path=ppt/theme/theme1.xml><?xml version="1.0" encoding="utf-8"?>
<a:theme xmlns:a="http://schemas.openxmlformats.org/drawingml/2006/main" name="Brugerdefineret design">
  <a:themeElements>
    <a:clrScheme name="KU 2023">
      <a:dk1>
        <a:srgbClr val="000000"/>
      </a:dk1>
      <a:lt1>
        <a:srgbClr val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C73028"/>
      </a:accent3>
      <a:accent4>
        <a:srgbClr val="415570"/>
      </a:accent4>
      <a:accent5>
        <a:srgbClr val="197F8E"/>
      </a:accent5>
      <a:accent6>
        <a:srgbClr val="4B8324"/>
      </a:accent6>
      <a:hlink>
        <a:srgbClr val="A31D20"/>
      </a:hlink>
      <a:folHlink>
        <a:srgbClr val="000000"/>
      </a:folHlink>
    </a:clrScheme>
    <a:fontScheme name="Københavns Universitet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>
          <a:solidFill>
            <a:schemeClr val="accent1"/>
          </a:solidFill>
        </a:ln>
      </a:spPr>
      <a:bodyPr wrap="square" rtlCol="0" anchor="ctr">
        <a:noAutofit/>
      </a:bodyPr>
      <a:lstStyle>
        <a:defPPr algn="l">
          <a:defRPr sz="2400" dirty="0" err="1" smtClean="0">
            <a:solidFill>
              <a:schemeClr val="bg1"/>
            </a:solidFill>
          </a:defRPr>
        </a:defPPr>
      </a:lstStyle>
    </a:spDef>
    <a:txDef>
      <a:spPr/>
      <a:bodyPr vert="horz" wrap="square" lIns="0" tIns="0" rIns="0" bIns="0" rtlCol="0" anchor="t" anchorCtr="0">
        <a:sp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sz="2400" b="0" dirty="0" smtClean="0">
            <a:solidFill>
              <a:schemeClr val="tx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x9_ENG_full.potx" id="{D0D36B92-5B0A-4532-81C4-17DEF59CC1CE}" vid="{DAA9B640-9269-43B6-8C37-C6A215F85199}"/>
    </a:ext>
  </a:extLst>
</a:theme>
</file>

<file path=ppt/theme/theme2.xml><?xml version="1.0" encoding="utf-8"?>
<a:theme xmlns:a="http://schemas.openxmlformats.org/drawingml/2006/main" name="Office Theme">
  <a:themeElements>
    <a:clrScheme name="KU 2023">
      <a:dk1>
        <a:srgbClr val="000000"/>
      </a:dk1>
      <a:lt1>
        <a:srgbClr val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C73028"/>
      </a:accent3>
      <a:accent4>
        <a:srgbClr val="415570"/>
      </a:accent4>
      <a:accent5>
        <a:srgbClr val="197F8E"/>
      </a:accent5>
      <a:accent6>
        <a:srgbClr val="4B8324"/>
      </a:accent6>
      <a:hlink>
        <a:srgbClr val="A31D20"/>
      </a:hlink>
      <a:folHlink>
        <a:srgbClr val="000000"/>
      </a:folHlink>
    </a:clrScheme>
    <a:fontScheme name="KU 2023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KU 2023">
      <a:dk1>
        <a:srgbClr val="000000"/>
      </a:dk1>
      <a:lt1>
        <a:srgbClr val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C73028"/>
      </a:accent3>
      <a:accent4>
        <a:srgbClr val="415570"/>
      </a:accent4>
      <a:accent5>
        <a:srgbClr val="197F8E"/>
      </a:accent5>
      <a:accent6>
        <a:srgbClr val="4B8324"/>
      </a:accent6>
      <a:hlink>
        <a:srgbClr val="A31D20"/>
      </a:hlink>
      <a:folHlink>
        <a:srgbClr val="000000"/>
      </a:folHlink>
    </a:clrScheme>
    <a:fontScheme name="KU 2023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16x9_ENG_full</Template>
  <TotalTime>3647</TotalTime>
  <Words>931</Words>
  <Application>Microsoft Office PowerPoint</Application>
  <PresentationFormat>Widescreen</PresentationFormat>
  <Paragraphs>99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Microsoft New Tai Lue</vt:lpstr>
      <vt:lpstr>Wingdings</vt:lpstr>
      <vt:lpstr>Brugerdefineret design</vt:lpstr>
      <vt:lpstr>PowerPoint Presentation</vt:lpstr>
      <vt:lpstr>PowerPoint Presentation</vt:lpstr>
      <vt:lpstr>Notes</vt:lpstr>
      <vt:lpstr>Agenda</vt:lpstr>
      <vt:lpstr>Kozinets, R. V. (2020). Netnography: The Essential Guide to Qualitative Social Media Research (3rd ed.). SAGE Publications.  Venturini, T., Bounegru, L., Gray, J., &amp; Rogers, R. (2018). A reality check(list) for digital methods. New Media &amp; Society, 20(11), 4195-4217. https://doi.org/10.1177/1461444818769236</vt:lpstr>
      <vt:lpstr>Kozinets, R. V. (2020). Netnography: The Essential Guide to Qualitative Social Media Research (3rd ed.). SAGE Publications.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Mihaela Căpriean</dc:creator>
  <cp:lastModifiedBy>Csilla</cp:lastModifiedBy>
  <cp:revision>102</cp:revision>
  <cp:lastPrinted>2024-09-05T08:17:20Z</cp:lastPrinted>
  <dcterms:created xsi:type="dcterms:W3CDTF">2024-09-03T16:18:15Z</dcterms:created>
  <dcterms:modified xsi:type="dcterms:W3CDTF">2025-04-22T08:41:01Z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:">
    <vt:lpwstr>www.omnidocs.com</vt:lpwstr>
  </property>
</Properties>
</file>